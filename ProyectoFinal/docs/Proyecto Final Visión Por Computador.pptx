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E31E3E-CAC0-4814-8999-F3EC8832F40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FC0F62D-99B6-45AE-ABE0-9D334D770DF0}">
      <dgm:prSet/>
      <dgm:spPr/>
      <dgm:t>
        <a:bodyPr/>
        <a:lstStyle/>
        <a:p>
          <a:r>
            <a:rPr lang="en-US" dirty="0"/>
            <a:t>Finding the right threshold for binarization across all images</a:t>
          </a:r>
        </a:p>
      </dgm:t>
    </dgm:pt>
    <dgm:pt modelId="{EADFCD23-485A-46B9-89AD-38FD40F93025}" type="parTrans" cxnId="{4E2C0689-8901-4356-B588-06EB166EF607}">
      <dgm:prSet/>
      <dgm:spPr/>
      <dgm:t>
        <a:bodyPr/>
        <a:lstStyle/>
        <a:p>
          <a:endParaRPr lang="en-US"/>
        </a:p>
      </dgm:t>
    </dgm:pt>
    <dgm:pt modelId="{40C222FA-793F-428B-A0AB-5B18DD2FD40C}" type="sibTrans" cxnId="{4E2C0689-8901-4356-B588-06EB166EF607}">
      <dgm:prSet/>
      <dgm:spPr/>
      <dgm:t>
        <a:bodyPr/>
        <a:lstStyle/>
        <a:p>
          <a:endParaRPr lang="en-US"/>
        </a:p>
      </dgm:t>
    </dgm:pt>
    <dgm:pt modelId="{2BC96117-734A-4B79-9464-77B909C485C0}">
      <dgm:prSet/>
      <dgm:spPr/>
      <dgm:t>
        <a:bodyPr/>
        <a:lstStyle/>
        <a:p>
          <a:r>
            <a:rPr lang="es-ES" dirty="0" err="1"/>
            <a:t>The</a:t>
          </a:r>
          <a:r>
            <a:rPr lang="es-ES" dirty="0"/>
            <a:t> </a:t>
          </a:r>
          <a:r>
            <a:rPr lang="es-ES" dirty="0" err="1"/>
            <a:t>creacion</a:t>
          </a:r>
          <a:r>
            <a:rPr lang="es-ES" dirty="0"/>
            <a:t> </a:t>
          </a:r>
          <a:r>
            <a:rPr lang="es-ES" dirty="0" err="1"/>
            <a:t>of</a:t>
          </a:r>
          <a:r>
            <a:rPr lang="es-ES" dirty="0"/>
            <a:t> </a:t>
          </a:r>
          <a:r>
            <a:rPr lang="es-ES" dirty="0" err="1"/>
            <a:t>Ellipses</a:t>
          </a:r>
          <a:r>
            <a:rPr lang="es-ES" dirty="0"/>
            <a:t> </a:t>
          </a:r>
          <a:r>
            <a:rPr lang="es-ES" dirty="0" err="1"/>
            <a:t>some</a:t>
          </a:r>
          <a:r>
            <a:rPr lang="es-ES" dirty="0"/>
            <a:t> times </a:t>
          </a:r>
          <a:r>
            <a:rPr lang="es-ES" dirty="0" err="1"/>
            <a:t>fails</a:t>
          </a:r>
          <a:r>
            <a:rPr lang="es-ES" dirty="0"/>
            <a:t> and </a:t>
          </a:r>
          <a:r>
            <a:rPr lang="es-ES" dirty="0" err="1"/>
            <a:t>it</a:t>
          </a:r>
          <a:r>
            <a:rPr lang="es-ES" dirty="0"/>
            <a:t> </a:t>
          </a:r>
          <a:r>
            <a:rPr lang="es-ES" dirty="0" err="1"/>
            <a:t>doesn’t</a:t>
          </a:r>
          <a:r>
            <a:rPr lang="es-ES" dirty="0"/>
            <a:t> créate </a:t>
          </a:r>
          <a:r>
            <a:rPr lang="es-ES" dirty="0" err="1"/>
            <a:t>properly</a:t>
          </a:r>
          <a:endParaRPr lang="en-US" dirty="0"/>
        </a:p>
      </dgm:t>
    </dgm:pt>
    <dgm:pt modelId="{EE640D88-3BC0-4299-9E32-CF8F4F6E00C7}" type="parTrans" cxnId="{BB62B9B3-B5EC-421F-A9F8-0A44EC8A7130}">
      <dgm:prSet/>
      <dgm:spPr/>
      <dgm:t>
        <a:bodyPr/>
        <a:lstStyle/>
        <a:p>
          <a:endParaRPr lang="en-US"/>
        </a:p>
      </dgm:t>
    </dgm:pt>
    <dgm:pt modelId="{375BB9CD-0EA6-401E-B6F6-E784A0223B18}" type="sibTrans" cxnId="{BB62B9B3-B5EC-421F-A9F8-0A44EC8A7130}">
      <dgm:prSet/>
      <dgm:spPr/>
      <dgm:t>
        <a:bodyPr/>
        <a:lstStyle/>
        <a:p>
          <a:endParaRPr lang="en-US"/>
        </a:p>
      </dgm:t>
    </dgm:pt>
    <dgm:pt modelId="{3323D723-A5DF-4EC0-9B12-4ECF21A6D6A4}">
      <dgm:prSet/>
      <dgm:spPr/>
      <dgm:t>
        <a:bodyPr/>
        <a:lstStyle/>
        <a:p>
          <a:r>
            <a:rPr lang="en-US"/>
            <a:t>Building a reliable system to distinguish broken cones without false positives</a:t>
          </a:r>
        </a:p>
      </dgm:t>
    </dgm:pt>
    <dgm:pt modelId="{844FB182-28EB-4782-B76C-D58A85AFCA76}" type="parTrans" cxnId="{7C42F03D-BD16-4F76-ABDD-EFD7ABEFEC4A}">
      <dgm:prSet/>
      <dgm:spPr/>
      <dgm:t>
        <a:bodyPr/>
        <a:lstStyle/>
        <a:p>
          <a:endParaRPr lang="en-US"/>
        </a:p>
      </dgm:t>
    </dgm:pt>
    <dgm:pt modelId="{ECF4591C-C0D7-4408-AD51-BC92C13891BC}" type="sibTrans" cxnId="{7C42F03D-BD16-4F76-ABDD-EFD7ABEFEC4A}">
      <dgm:prSet/>
      <dgm:spPr/>
      <dgm:t>
        <a:bodyPr/>
        <a:lstStyle/>
        <a:p>
          <a:endParaRPr lang="en-US"/>
        </a:p>
      </dgm:t>
    </dgm:pt>
    <dgm:pt modelId="{79742427-67DE-419A-A673-E8626F455D6D}" type="pres">
      <dgm:prSet presAssocID="{9FE31E3E-CAC0-4814-8999-F3EC8832F40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C682272-B7FC-44BB-BDE6-05E8EACB9B9C}" type="pres">
      <dgm:prSet presAssocID="{8FC0F62D-99B6-45AE-ABE0-9D334D770DF0}" presName="hierRoot1" presStyleCnt="0"/>
      <dgm:spPr/>
    </dgm:pt>
    <dgm:pt modelId="{DE1FDDBC-0780-4A62-A064-E7DE44A2F9B7}" type="pres">
      <dgm:prSet presAssocID="{8FC0F62D-99B6-45AE-ABE0-9D334D770DF0}" presName="composite" presStyleCnt="0"/>
      <dgm:spPr/>
    </dgm:pt>
    <dgm:pt modelId="{887D5474-6FFC-48D0-851F-E1A349287E29}" type="pres">
      <dgm:prSet presAssocID="{8FC0F62D-99B6-45AE-ABE0-9D334D770DF0}" presName="background" presStyleLbl="node0" presStyleIdx="0" presStyleCnt="3"/>
      <dgm:spPr/>
    </dgm:pt>
    <dgm:pt modelId="{92AD8C3A-C6E2-414F-AE26-4A268AF6696F}" type="pres">
      <dgm:prSet presAssocID="{8FC0F62D-99B6-45AE-ABE0-9D334D770DF0}" presName="text" presStyleLbl="fgAcc0" presStyleIdx="0" presStyleCnt="3">
        <dgm:presLayoutVars>
          <dgm:chPref val="3"/>
        </dgm:presLayoutVars>
      </dgm:prSet>
      <dgm:spPr/>
    </dgm:pt>
    <dgm:pt modelId="{72EFA1B6-7DD1-4FC4-8277-620281FC8F05}" type="pres">
      <dgm:prSet presAssocID="{8FC0F62D-99B6-45AE-ABE0-9D334D770DF0}" presName="hierChild2" presStyleCnt="0"/>
      <dgm:spPr/>
    </dgm:pt>
    <dgm:pt modelId="{24960375-7F96-46CB-8908-96D62E520F6F}" type="pres">
      <dgm:prSet presAssocID="{2BC96117-734A-4B79-9464-77B909C485C0}" presName="hierRoot1" presStyleCnt="0"/>
      <dgm:spPr/>
    </dgm:pt>
    <dgm:pt modelId="{790D9EE7-28B6-445E-8157-3024A18E8B04}" type="pres">
      <dgm:prSet presAssocID="{2BC96117-734A-4B79-9464-77B909C485C0}" presName="composite" presStyleCnt="0"/>
      <dgm:spPr/>
    </dgm:pt>
    <dgm:pt modelId="{C1173EAB-F12C-4EB7-9BE6-A79C98D483C6}" type="pres">
      <dgm:prSet presAssocID="{2BC96117-734A-4B79-9464-77B909C485C0}" presName="background" presStyleLbl="node0" presStyleIdx="1" presStyleCnt="3"/>
      <dgm:spPr/>
    </dgm:pt>
    <dgm:pt modelId="{9ECCB8A9-E7FD-4BDB-B9FA-6527C0D5CDE2}" type="pres">
      <dgm:prSet presAssocID="{2BC96117-734A-4B79-9464-77B909C485C0}" presName="text" presStyleLbl="fgAcc0" presStyleIdx="1" presStyleCnt="3">
        <dgm:presLayoutVars>
          <dgm:chPref val="3"/>
        </dgm:presLayoutVars>
      </dgm:prSet>
      <dgm:spPr/>
    </dgm:pt>
    <dgm:pt modelId="{7FD1EB30-44A5-4073-9B69-C542C8D09899}" type="pres">
      <dgm:prSet presAssocID="{2BC96117-734A-4B79-9464-77B909C485C0}" presName="hierChild2" presStyleCnt="0"/>
      <dgm:spPr/>
    </dgm:pt>
    <dgm:pt modelId="{02FA6D61-D9CC-4341-AA48-8FEFFBEE0B70}" type="pres">
      <dgm:prSet presAssocID="{3323D723-A5DF-4EC0-9B12-4ECF21A6D6A4}" presName="hierRoot1" presStyleCnt="0"/>
      <dgm:spPr/>
    </dgm:pt>
    <dgm:pt modelId="{95807CC6-FACA-49A4-AA74-0FAACD7A49BC}" type="pres">
      <dgm:prSet presAssocID="{3323D723-A5DF-4EC0-9B12-4ECF21A6D6A4}" presName="composite" presStyleCnt="0"/>
      <dgm:spPr/>
    </dgm:pt>
    <dgm:pt modelId="{4D6AE919-B2B2-4C17-8F81-FB4C4F554350}" type="pres">
      <dgm:prSet presAssocID="{3323D723-A5DF-4EC0-9B12-4ECF21A6D6A4}" presName="background" presStyleLbl="node0" presStyleIdx="2" presStyleCnt="3"/>
      <dgm:spPr/>
    </dgm:pt>
    <dgm:pt modelId="{ACFFFCCB-DD0E-48C7-B51E-EA3C86518449}" type="pres">
      <dgm:prSet presAssocID="{3323D723-A5DF-4EC0-9B12-4ECF21A6D6A4}" presName="text" presStyleLbl="fgAcc0" presStyleIdx="2" presStyleCnt="3">
        <dgm:presLayoutVars>
          <dgm:chPref val="3"/>
        </dgm:presLayoutVars>
      </dgm:prSet>
      <dgm:spPr/>
    </dgm:pt>
    <dgm:pt modelId="{71E6841B-BD55-4A6B-87FC-3BD0E6C18A53}" type="pres">
      <dgm:prSet presAssocID="{3323D723-A5DF-4EC0-9B12-4ECF21A6D6A4}" presName="hierChild2" presStyleCnt="0"/>
      <dgm:spPr/>
    </dgm:pt>
  </dgm:ptLst>
  <dgm:cxnLst>
    <dgm:cxn modelId="{7C42F03D-BD16-4F76-ABDD-EFD7ABEFEC4A}" srcId="{9FE31E3E-CAC0-4814-8999-F3EC8832F403}" destId="{3323D723-A5DF-4EC0-9B12-4ECF21A6D6A4}" srcOrd="2" destOrd="0" parTransId="{844FB182-28EB-4782-B76C-D58A85AFCA76}" sibTransId="{ECF4591C-C0D7-4408-AD51-BC92C13891BC}"/>
    <dgm:cxn modelId="{1D9BD077-C4D1-4DEC-AC4D-FD3C1CD12CF2}" type="presOf" srcId="{8FC0F62D-99B6-45AE-ABE0-9D334D770DF0}" destId="{92AD8C3A-C6E2-414F-AE26-4A268AF6696F}" srcOrd="0" destOrd="0" presId="urn:microsoft.com/office/officeart/2005/8/layout/hierarchy1"/>
    <dgm:cxn modelId="{4E2C0689-8901-4356-B588-06EB166EF607}" srcId="{9FE31E3E-CAC0-4814-8999-F3EC8832F403}" destId="{8FC0F62D-99B6-45AE-ABE0-9D334D770DF0}" srcOrd="0" destOrd="0" parTransId="{EADFCD23-485A-46B9-89AD-38FD40F93025}" sibTransId="{40C222FA-793F-428B-A0AB-5B18DD2FD40C}"/>
    <dgm:cxn modelId="{6B73168E-300F-42D2-A02A-D59AB570DC52}" type="presOf" srcId="{3323D723-A5DF-4EC0-9B12-4ECF21A6D6A4}" destId="{ACFFFCCB-DD0E-48C7-B51E-EA3C86518449}" srcOrd="0" destOrd="0" presId="urn:microsoft.com/office/officeart/2005/8/layout/hierarchy1"/>
    <dgm:cxn modelId="{BB62B9B3-B5EC-421F-A9F8-0A44EC8A7130}" srcId="{9FE31E3E-CAC0-4814-8999-F3EC8832F403}" destId="{2BC96117-734A-4B79-9464-77B909C485C0}" srcOrd="1" destOrd="0" parTransId="{EE640D88-3BC0-4299-9E32-CF8F4F6E00C7}" sibTransId="{375BB9CD-0EA6-401E-B6F6-E784A0223B18}"/>
    <dgm:cxn modelId="{259C45C3-F803-48C3-8E37-C65A4815B348}" type="presOf" srcId="{2BC96117-734A-4B79-9464-77B909C485C0}" destId="{9ECCB8A9-E7FD-4BDB-B9FA-6527C0D5CDE2}" srcOrd="0" destOrd="0" presId="urn:microsoft.com/office/officeart/2005/8/layout/hierarchy1"/>
    <dgm:cxn modelId="{00D9CEE3-29BE-4606-B3B3-C09EAC23FC1D}" type="presOf" srcId="{9FE31E3E-CAC0-4814-8999-F3EC8832F403}" destId="{79742427-67DE-419A-A673-E8626F455D6D}" srcOrd="0" destOrd="0" presId="urn:microsoft.com/office/officeart/2005/8/layout/hierarchy1"/>
    <dgm:cxn modelId="{424833D1-5DB7-4ADF-8544-B9640F48EB22}" type="presParOf" srcId="{79742427-67DE-419A-A673-E8626F455D6D}" destId="{DC682272-B7FC-44BB-BDE6-05E8EACB9B9C}" srcOrd="0" destOrd="0" presId="urn:microsoft.com/office/officeart/2005/8/layout/hierarchy1"/>
    <dgm:cxn modelId="{81F8663A-46BE-465D-8990-18303399BD3C}" type="presParOf" srcId="{DC682272-B7FC-44BB-BDE6-05E8EACB9B9C}" destId="{DE1FDDBC-0780-4A62-A064-E7DE44A2F9B7}" srcOrd="0" destOrd="0" presId="urn:microsoft.com/office/officeart/2005/8/layout/hierarchy1"/>
    <dgm:cxn modelId="{0A667AAF-23A4-4EC2-AC1D-4DA2308A4A74}" type="presParOf" srcId="{DE1FDDBC-0780-4A62-A064-E7DE44A2F9B7}" destId="{887D5474-6FFC-48D0-851F-E1A349287E29}" srcOrd="0" destOrd="0" presId="urn:microsoft.com/office/officeart/2005/8/layout/hierarchy1"/>
    <dgm:cxn modelId="{05306EAD-41CA-4EA7-B4AD-B9E58363473E}" type="presParOf" srcId="{DE1FDDBC-0780-4A62-A064-E7DE44A2F9B7}" destId="{92AD8C3A-C6E2-414F-AE26-4A268AF6696F}" srcOrd="1" destOrd="0" presId="urn:microsoft.com/office/officeart/2005/8/layout/hierarchy1"/>
    <dgm:cxn modelId="{4D571CA2-B61A-4C2C-A4FD-904C6A388BFC}" type="presParOf" srcId="{DC682272-B7FC-44BB-BDE6-05E8EACB9B9C}" destId="{72EFA1B6-7DD1-4FC4-8277-620281FC8F05}" srcOrd="1" destOrd="0" presId="urn:microsoft.com/office/officeart/2005/8/layout/hierarchy1"/>
    <dgm:cxn modelId="{0D2417BB-948A-46CF-B6D1-AA770A9B704F}" type="presParOf" srcId="{79742427-67DE-419A-A673-E8626F455D6D}" destId="{24960375-7F96-46CB-8908-96D62E520F6F}" srcOrd="1" destOrd="0" presId="urn:microsoft.com/office/officeart/2005/8/layout/hierarchy1"/>
    <dgm:cxn modelId="{57682F29-FB64-4E01-8AD0-6CDBA184197B}" type="presParOf" srcId="{24960375-7F96-46CB-8908-96D62E520F6F}" destId="{790D9EE7-28B6-445E-8157-3024A18E8B04}" srcOrd="0" destOrd="0" presId="urn:microsoft.com/office/officeart/2005/8/layout/hierarchy1"/>
    <dgm:cxn modelId="{3217245C-434B-4BE5-8650-B277B70D300B}" type="presParOf" srcId="{790D9EE7-28B6-445E-8157-3024A18E8B04}" destId="{C1173EAB-F12C-4EB7-9BE6-A79C98D483C6}" srcOrd="0" destOrd="0" presId="urn:microsoft.com/office/officeart/2005/8/layout/hierarchy1"/>
    <dgm:cxn modelId="{38112A90-A187-4F5C-9053-CA2CE7B4DAF0}" type="presParOf" srcId="{790D9EE7-28B6-445E-8157-3024A18E8B04}" destId="{9ECCB8A9-E7FD-4BDB-B9FA-6527C0D5CDE2}" srcOrd="1" destOrd="0" presId="urn:microsoft.com/office/officeart/2005/8/layout/hierarchy1"/>
    <dgm:cxn modelId="{67F15F45-B9CD-4E99-9C7E-6F6919CA2C13}" type="presParOf" srcId="{24960375-7F96-46CB-8908-96D62E520F6F}" destId="{7FD1EB30-44A5-4073-9B69-C542C8D09899}" srcOrd="1" destOrd="0" presId="urn:microsoft.com/office/officeart/2005/8/layout/hierarchy1"/>
    <dgm:cxn modelId="{F0D53A41-6779-4440-8554-B46D3522EB6B}" type="presParOf" srcId="{79742427-67DE-419A-A673-E8626F455D6D}" destId="{02FA6D61-D9CC-4341-AA48-8FEFFBEE0B70}" srcOrd="2" destOrd="0" presId="urn:microsoft.com/office/officeart/2005/8/layout/hierarchy1"/>
    <dgm:cxn modelId="{CEE41886-449B-4664-9788-A94EAD145509}" type="presParOf" srcId="{02FA6D61-D9CC-4341-AA48-8FEFFBEE0B70}" destId="{95807CC6-FACA-49A4-AA74-0FAACD7A49BC}" srcOrd="0" destOrd="0" presId="urn:microsoft.com/office/officeart/2005/8/layout/hierarchy1"/>
    <dgm:cxn modelId="{6D92D033-E0FE-4195-9A9A-B539A711E5EC}" type="presParOf" srcId="{95807CC6-FACA-49A4-AA74-0FAACD7A49BC}" destId="{4D6AE919-B2B2-4C17-8F81-FB4C4F554350}" srcOrd="0" destOrd="0" presId="urn:microsoft.com/office/officeart/2005/8/layout/hierarchy1"/>
    <dgm:cxn modelId="{AC449ED9-8BC7-47AC-B1D4-4BEC649EA677}" type="presParOf" srcId="{95807CC6-FACA-49A4-AA74-0FAACD7A49BC}" destId="{ACFFFCCB-DD0E-48C7-B51E-EA3C86518449}" srcOrd="1" destOrd="0" presId="urn:microsoft.com/office/officeart/2005/8/layout/hierarchy1"/>
    <dgm:cxn modelId="{EA1FA815-4CA7-46CE-B43E-2495C3C947DE}" type="presParOf" srcId="{02FA6D61-D9CC-4341-AA48-8FEFFBEE0B70}" destId="{71E6841B-BD55-4A6B-87FC-3BD0E6C18A5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65D3FD-796C-4CA1-A7EF-4D4E1D4FEEC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7E566D7-3B32-4B08-87A0-306AB1C8536D}">
      <dgm:prSet/>
      <dgm:spPr/>
      <dgm:t>
        <a:bodyPr/>
        <a:lstStyle/>
        <a:p>
          <a:r>
            <a:rPr lang="es-ES" dirty="0" err="1"/>
            <a:t>Add</a:t>
          </a:r>
          <a:r>
            <a:rPr lang="es-ES" dirty="0"/>
            <a:t> more </a:t>
          </a:r>
          <a:r>
            <a:rPr lang="es-ES" dirty="0" err="1"/>
            <a:t>level</a:t>
          </a:r>
          <a:r>
            <a:rPr lang="es-ES" dirty="0"/>
            <a:t> </a:t>
          </a:r>
          <a:r>
            <a:rPr lang="es-ES" dirty="0" err="1"/>
            <a:t>of</a:t>
          </a:r>
          <a:r>
            <a:rPr lang="es-ES" dirty="0"/>
            <a:t> </a:t>
          </a:r>
          <a:r>
            <a:rPr lang="es-ES" dirty="0" err="1"/>
            <a:t>feedback</a:t>
          </a:r>
          <a:r>
            <a:rPr lang="es-ES" dirty="0"/>
            <a:t> </a:t>
          </a:r>
          <a:r>
            <a:rPr lang="es-ES" dirty="0" err="1"/>
            <a:t>for</a:t>
          </a:r>
          <a:r>
            <a:rPr lang="es-ES" dirty="0"/>
            <a:t> </a:t>
          </a:r>
          <a:r>
            <a:rPr lang="es-ES" dirty="0" err="1"/>
            <a:t>the</a:t>
          </a:r>
          <a:r>
            <a:rPr lang="es-ES" dirty="0"/>
            <a:t> </a:t>
          </a:r>
          <a:r>
            <a:rPr lang="es-ES" dirty="0" err="1"/>
            <a:t>user</a:t>
          </a:r>
          <a:endParaRPr lang="en-US" dirty="0"/>
        </a:p>
      </dgm:t>
    </dgm:pt>
    <dgm:pt modelId="{1E36CD3B-DF98-4D7E-9889-1A3607FDE9D3}" type="parTrans" cxnId="{60CD4BA8-15F0-4FFA-B709-0321795C7929}">
      <dgm:prSet/>
      <dgm:spPr/>
      <dgm:t>
        <a:bodyPr/>
        <a:lstStyle/>
        <a:p>
          <a:endParaRPr lang="en-US"/>
        </a:p>
      </dgm:t>
    </dgm:pt>
    <dgm:pt modelId="{4623F60F-F912-43B7-8CA6-9623977B7F0A}" type="sibTrans" cxnId="{60CD4BA8-15F0-4FFA-B709-0321795C7929}">
      <dgm:prSet/>
      <dgm:spPr/>
      <dgm:t>
        <a:bodyPr/>
        <a:lstStyle/>
        <a:p>
          <a:endParaRPr lang="en-US"/>
        </a:p>
      </dgm:t>
    </dgm:pt>
    <dgm:pt modelId="{0CED9E91-4F9C-4F66-94CA-765DE12059C7}">
      <dgm:prSet/>
      <dgm:spPr/>
      <dgm:t>
        <a:bodyPr/>
        <a:lstStyle/>
        <a:p>
          <a:r>
            <a:rPr lang="es-ES"/>
            <a:t>Improve the algorithim that detectces broken cones</a:t>
          </a:r>
          <a:endParaRPr lang="en-US"/>
        </a:p>
      </dgm:t>
    </dgm:pt>
    <dgm:pt modelId="{8A2B5B84-D863-42AC-977F-086E86BE44D8}" type="parTrans" cxnId="{BAFABAA3-FBAF-4B0C-A0A9-971E3DB2F4E6}">
      <dgm:prSet/>
      <dgm:spPr/>
      <dgm:t>
        <a:bodyPr/>
        <a:lstStyle/>
        <a:p>
          <a:endParaRPr lang="en-US"/>
        </a:p>
      </dgm:t>
    </dgm:pt>
    <dgm:pt modelId="{82274F5D-6B36-4623-9DA3-0880470A25A8}" type="sibTrans" cxnId="{BAFABAA3-FBAF-4B0C-A0A9-971E3DB2F4E6}">
      <dgm:prSet/>
      <dgm:spPr/>
      <dgm:t>
        <a:bodyPr/>
        <a:lstStyle/>
        <a:p>
          <a:endParaRPr lang="en-US"/>
        </a:p>
      </dgm:t>
    </dgm:pt>
    <dgm:pt modelId="{1C84CEDD-354D-4876-9B4D-C948DAFF4951}">
      <dgm:prSet/>
      <dgm:spPr/>
      <dgm:t>
        <a:bodyPr/>
        <a:lstStyle/>
        <a:p>
          <a:r>
            <a:rPr lang="en-US"/>
            <a:t>Automatically sort classified images into folders.</a:t>
          </a:r>
        </a:p>
      </dgm:t>
    </dgm:pt>
    <dgm:pt modelId="{438B5F95-A843-4507-A8AB-0795ED4B9B8E}" type="parTrans" cxnId="{3D1F5AAF-3A42-42EF-BFD4-9B7937058D15}">
      <dgm:prSet/>
      <dgm:spPr/>
      <dgm:t>
        <a:bodyPr/>
        <a:lstStyle/>
        <a:p>
          <a:endParaRPr lang="en-US"/>
        </a:p>
      </dgm:t>
    </dgm:pt>
    <dgm:pt modelId="{725BBBAA-C607-40A5-AC56-511BAB4F26D8}" type="sibTrans" cxnId="{3D1F5AAF-3A42-42EF-BFD4-9B7937058D15}">
      <dgm:prSet/>
      <dgm:spPr/>
      <dgm:t>
        <a:bodyPr/>
        <a:lstStyle/>
        <a:p>
          <a:endParaRPr lang="en-US"/>
        </a:p>
      </dgm:t>
    </dgm:pt>
    <dgm:pt modelId="{F99AF03B-EFF5-4274-8C84-445EC080EC39}" type="pres">
      <dgm:prSet presAssocID="{7165D3FD-796C-4CA1-A7EF-4D4E1D4FEEC2}" presName="outerComposite" presStyleCnt="0">
        <dgm:presLayoutVars>
          <dgm:chMax val="5"/>
          <dgm:dir/>
          <dgm:resizeHandles val="exact"/>
        </dgm:presLayoutVars>
      </dgm:prSet>
      <dgm:spPr/>
    </dgm:pt>
    <dgm:pt modelId="{045284DE-293A-46B5-B230-33E522757B68}" type="pres">
      <dgm:prSet presAssocID="{7165D3FD-796C-4CA1-A7EF-4D4E1D4FEEC2}" presName="dummyMaxCanvas" presStyleCnt="0">
        <dgm:presLayoutVars/>
      </dgm:prSet>
      <dgm:spPr/>
    </dgm:pt>
    <dgm:pt modelId="{6D62E571-D042-40F0-9AB7-48F628A48872}" type="pres">
      <dgm:prSet presAssocID="{7165D3FD-796C-4CA1-A7EF-4D4E1D4FEEC2}" presName="ThreeNodes_1" presStyleLbl="node1" presStyleIdx="0" presStyleCnt="3">
        <dgm:presLayoutVars>
          <dgm:bulletEnabled val="1"/>
        </dgm:presLayoutVars>
      </dgm:prSet>
      <dgm:spPr/>
    </dgm:pt>
    <dgm:pt modelId="{9E66A7A5-28A3-4B83-91EE-850285C166A5}" type="pres">
      <dgm:prSet presAssocID="{7165D3FD-796C-4CA1-A7EF-4D4E1D4FEEC2}" presName="ThreeNodes_2" presStyleLbl="node1" presStyleIdx="1" presStyleCnt="3">
        <dgm:presLayoutVars>
          <dgm:bulletEnabled val="1"/>
        </dgm:presLayoutVars>
      </dgm:prSet>
      <dgm:spPr/>
    </dgm:pt>
    <dgm:pt modelId="{902FD918-F76D-401F-9F11-A3B238491E3F}" type="pres">
      <dgm:prSet presAssocID="{7165D3FD-796C-4CA1-A7EF-4D4E1D4FEEC2}" presName="ThreeNodes_3" presStyleLbl="node1" presStyleIdx="2" presStyleCnt="3">
        <dgm:presLayoutVars>
          <dgm:bulletEnabled val="1"/>
        </dgm:presLayoutVars>
      </dgm:prSet>
      <dgm:spPr/>
    </dgm:pt>
    <dgm:pt modelId="{4BD8669F-2564-43A1-9C67-515C154EC35B}" type="pres">
      <dgm:prSet presAssocID="{7165D3FD-796C-4CA1-A7EF-4D4E1D4FEEC2}" presName="ThreeConn_1-2" presStyleLbl="fgAccFollowNode1" presStyleIdx="0" presStyleCnt="2">
        <dgm:presLayoutVars>
          <dgm:bulletEnabled val="1"/>
        </dgm:presLayoutVars>
      </dgm:prSet>
      <dgm:spPr/>
    </dgm:pt>
    <dgm:pt modelId="{920CD219-7B0E-4A0C-992C-B555CCE6BE89}" type="pres">
      <dgm:prSet presAssocID="{7165D3FD-796C-4CA1-A7EF-4D4E1D4FEEC2}" presName="ThreeConn_2-3" presStyleLbl="fgAccFollowNode1" presStyleIdx="1" presStyleCnt="2">
        <dgm:presLayoutVars>
          <dgm:bulletEnabled val="1"/>
        </dgm:presLayoutVars>
      </dgm:prSet>
      <dgm:spPr/>
    </dgm:pt>
    <dgm:pt modelId="{19AA9818-54BE-4F1C-8823-18FCEE5679A8}" type="pres">
      <dgm:prSet presAssocID="{7165D3FD-796C-4CA1-A7EF-4D4E1D4FEEC2}" presName="ThreeNodes_1_text" presStyleLbl="node1" presStyleIdx="2" presStyleCnt="3">
        <dgm:presLayoutVars>
          <dgm:bulletEnabled val="1"/>
        </dgm:presLayoutVars>
      </dgm:prSet>
      <dgm:spPr/>
    </dgm:pt>
    <dgm:pt modelId="{78BCECD3-8E2D-4431-BBFB-D1EB481785A8}" type="pres">
      <dgm:prSet presAssocID="{7165D3FD-796C-4CA1-A7EF-4D4E1D4FEEC2}" presName="ThreeNodes_2_text" presStyleLbl="node1" presStyleIdx="2" presStyleCnt="3">
        <dgm:presLayoutVars>
          <dgm:bulletEnabled val="1"/>
        </dgm:presLayoutVars>
      </dgm:prSet>
      <dgm:spPr/>
    </dgm:pt>
    <dgm:pt modelId="{08C9A993-B77C-4236-AD90-6DE56864193B}" type="pres">
      <dgm:prSet presAssocID="{7165D3FD-796C-4CA1-A7EF-4D4E1D4FEEC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702D523-3E8C-4E10-BEB0-D4E170DBF4D9}" type="presOf" srcId="{82274F5D-6B36-4623-9DA3-0880470A25A8}" destId="{920CD219-7B0E-4A0C-992C-B555CCE6BE89}" srcOrd="0" destOrd="0" presId="urn:microsoft.com/office/officeart/2005/8/layout/vProcess5"/>
    <dgm:cxn modelId="{47E08437-7BEB-44D8-8C20-D6645A006493}" type="presOf" srcId="{17E566D7-3B32-4B08-87A0-306AB1C8536D}" destId="{6D62E571-D042-40F0-9AB7-48F628A48872}" srcOrd="0" destOrd="0" presId="urn:microsoft.com/office/officeart/2005/8/layout/vProcess5"/>
    <dgm:cxn modelId="{D902BD4C-BA6F-47A2-9AE9-06FD1EDA1810}" type="presOf" srcId="{7165D3FD-796C-4CA1-A7EF-4D4E1D4FEEC2}" destId="{F99AF03B-EFF5-4274-8C84-445EC080EC39}" srcOrd="0" destOrd="0" presId="urn:microsoft.com/office/officeart/2005/8/layout/vProcess5"/>
    <dgm:cxn modelId="{AC64F07D-5933-4566-97F3-0FF6B8E00CD7}" type="presOf" srcId="{4623F60F-F912-43B7-8CA6-9623977B7F0A}" destId="{4BD8669F-2564-43A1-9C67-515C154EC35B}" srcOrd="0" destOrd="0" presId="urn:microsoft.com/office/officeart/2005/8/layout/vProcess5"/>
    <dgm:cxn modelId="{7D57E18C-D1B6-45F6-AA60-820660E31B12}" type="presOf" srcId="{17E566D7-3B32-4B08-87A0-306AB1C8536D}" destId="{19AA9818-54BE-4F1C-8823-18FCEE5679A8}" srcOrd="1" destOrd="0" presId="urn:microsoft.com/office/officeart/2005/8/layout/vProcess5"/>
    <dgm:cxn modelId="{DEFC4696-0E6D-4868-8BEC-D684DA6DA3F5}" type="presOf" srcId="{1C84CEDD-354D-4876-9B4D-C948DAFF4951}" destId="{902FD918-F76D-401F-9F11-A3B238491E3F}" srcOrd="0" destOrd="0" presId="urn:microsoft.com/office/officeart/2005/8/layout/vProcess5"/>
    <dgm:cxn modelId="{BAFABAA3-FBAF-4B0C-A0A9-971E3DB2F4E6}" srcId="{7165D3FD-796C-4CA1-A7EF-4D4E1D4FEEC2}" destId="{0CED9E91-4F9C-4F66-94CA-765DE12059C7}" srcOrd="1" destOrd="0" parTransId="{8A2B5B84-D863-42AC-977F-086E86BE44D8}" sibTransId="{82274F5D-6B36-4623-9DA3-0880470A25A8}"/>
    <dgm:cxn modelId="{19ECBFA3-7C86-409F-B385-5D5BED0FF9B8}" type="presOf" srcId="{0CED9E91-4F9C-4F66-94CA-765DE12059C7}" destId="{9E66A7A5-28A3-4B83-91EE-850285C166A5}" srcOrd="0" destOrd="0" presId="urn:microsoft.com/office/officeart/2005/8/layout/vProcess5"/>
    <dgm:cxn modelId="{723BDBA7-E61D-4195-AC06-D43A621C434B}" type="presOf" srcId="{1C84CEDD-354D-4876-9B4D-C948DAFF4951}" destId="{08C9A993-B77C-4236-AD90-6DE56864193B}" srcOrd="1" destOrd="0" presId="urn:microsoft.com/office/officeart/2005/8/layout/vProcess5"/>
    <dgm:cxn modelId="{60CD4BA8-15F0-4FFA-B709-0321795C7929}" srcId="{7165D3FD-796C-4CA1-A7EF-4D4E1D4FEEC2}" destId="{17E566D7-3B32-4B08-87A0-306AB1C8536D}" srcOrd="0" destOrd="0" parTransId="{1E36CD3B-DF98-4D7E-9889-1A3607FDE9D3}" sibTransId="{4623F60F-F912-43B7-8CA6-9623977B7F0A}"/>
    <dgm:cxn modelId="{3D1F5AAF-3A42-42EF-BFD4-9B7937058D15}" srcId="{7165D3FD-796C-4CA1-A7EF-4D4E1D4FEEC2}" destId="{1C84CEDD-354D-4876-9B4D-C948DAFF4951}" srcOrd="2" destOrd="0" parTransId="{438B5F95-A843-4507-A8AB-0795ED4B9B8E}" sibTransId="{725BBBAA-C607-40A5-AC56-511BAB4F26D8}"/>
    <dgm:cxn modelId="{7147A7C2-4D56-4CB4-9CCF-03B7FB45CAFD}" type="presOf" srcId="{0CED9E91-4F9C-4F66-94CA-765DE12059C7}" destId="{78BCECD3-8E2D-4431-BBFB-D1EB481785A8}" srcOrd="1" destOrd="0" presId="urn:microsoft.com/office/officeart/2005/8/layout/vProcess5"/>
    <dgm:cxn modelId="{46A4BE09-9E8E-4E18-AD8F-4D7C56F4EC21}" type="presParOf" srcId="{F99AF03B-EFF5-4274-8C84-445EC080EC39}" destId="{045284DE-293A-46B5-B230-33E522757B68}" srcOrd="0" destOrd="0" presId="urn:microsoft.com/office/officeart/2005/8/layout/vProcess5"/>
    <dgm:cxn modelId="{82E61B3C-6BA4-43DE-A2F3-4BF92A9DFF06}" type="presParOf" srcId="{F99AF03B-EFF5-4274-8C84-445EC080EC39}" destId="{6D62E571-D042-40F0-9AB7-48F628A48872}" srcOrd="1" destOrd="0" presId="urn:microsoft.com/office/officeart/2005/8/layout/vProcess5"/>
    <dgm:cxn modelId="{3B7DE9E9-6A29-43EB-8A05-71630C4BB7C8}" type="presParOf" srcId="{F99AF03B-EFF5-4274-8C84-445EC080EC39}" destId="{9E66A7A5-28A3-4B83-91EE-850285C166A5}" srcOrd="2" destOrd="0" presId="urn:microsoft.com/office/officeart/2005/8/layout/vProcess5"/>
    <dgm:cxn modelId="{AC67982F-9694-47C1-923F-63541C8C7A22}" type="presParOf" srcId="{F99AF03B-EFF5-4274-8C84-445EC080EC39}" destId="{902FD918-F76D-401F-9F11-A3B238491E3F}" srcOrd="3" destOrd="0" presId="urn:microsoft.com/office/officeart/2005/8/layout/vProcess5"/>
    <dgm:cxn modelId="{358275DB-5618-49AE-9E37-2255F1300E3C}" type="presParOf" srcId="{F99AF03B-EFF5-4274-8C84-445EC080EC39}" destId="{4BD8669F-2564-43A1-9C67-515C154EC35B}" srcOrd="4" destOrd="0" presId="urn:microsoft.com/office/officeart/2005/8/layout/vProcess5"/>
    <dgm:cxn modelId="{B38B61FF-F617-4449-BE7E-9A991A9A335B}" type="presParOf" srcId="{F99AF03B-EFF5-4274-8C84-445EC080EC39}" destId="{920CD219-7B0E-4A0C-992C-B555CCE6BE89}" srcOrd="5" destOrd="0" presId="urn:microsoft.com/office/officeart/2005/8/layout/vProcess5"/>
    <dgm:cxn modelId="{85444399-0E9F-4202-A77B-DEA64882D2F9}" type="presParOf" srcId="{F99AF03B-EFF5-4274-8C84-445EC080EC39}" destId="{19AA9818-54BE-4F1C-8823-18FCEE5679A8}" srcOrd="6" destOrd="0" presId="urn:microsoft.com/office/officeart/2005/8/layout/vProcess5"/>
    <dgm:cxn modelId="{881F3636-2969-4997-81EC-066DF2775EEA}" type="presParOf" srcId="{F99AF03B-EFF5-4274-8C84-445EC080EC39}" destId="{78BCECD3-8E2D-4431-BBFB-D1EB481785A8}" srcOrd="7" destOrd="0" presId="urn:microsoft.com/office/officeart/2005/8/layout/vProcess5"/>
    <dgm:cxn modelId="{96FA3745-B2DE-4E48-B54C-7BB4E809CCA9}" type="presParOf" srcId="{F99AF03B-EFF5-4274-8C84-445EC080EC39}" destId="{08C9A993-B77C-4236-AD90-6DE56864193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D5474-6FFC-48D0-851F-E1A349287E29}">
      <dsp:nvSpPr>
        <dsp:cNvPr id="0" name=""/>
        <dsp:cNvSpPr/>
      </dsp:nvSpPr>
      <dsp:spPr>
        <a:xfrm>
          <a:off x="0" y="466429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D8C3A-C6E2-414F-AE26-4A268AF6696F}">
      <dsp:nvSpPr>
        <dsp:cNvPr id="0" name=""/>
        <dsp:cNvSpPr/>
      </dsp:nvSpPr>
      <dsp:spPr>
        <a:xfrm>
          <a:off x="342900" y="792184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Finding the right threshold for binarization across all images</a:t>
          </a:r>
        </a:p>
      </dsp:txBody>
      <dsp:txXfrm>
        <a:off x="400297" y="849581"/>
        <a:ext cx="2971305" cy="1844879"/>
      </dsp:txXfrm>
    </dsp:sp>
    <dsp:sp modelId="{C1173EAB-F12C-4EB7-9BE6-A79C98D483C6}">
      <dsp:nvSpPr>
        <dsp:cNvPr id="0" name=""/>
        <dsp:cNvSpPr/>
      </dsp:nvSpPr>
      <dsp:spPr>
        <a:xfrm>
          <a:off x="3771900" y="466429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CB8A9-E7FD-4BDB-B9FA-6527C0D5CDE2}">
      <dsp:nvSpPr>
        <dsp:cNvPr id="0" name=""/>
        <dsp:cNvSpPr/>
      </dsp:nvSpPr>
      <dsp:spPr>
        <a:xfrm>
          <a:off x="4114800" y="792184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 err="1"/>
            <a:t>The</a:t>
          </a:r>
          <a:r>
            <a:rPr lang="es-ES" sz="2300" kern="1200" dirty="0"/>
            <a:t> </a:t>
          </a:r>
          <a:r>
            <a:rPr lang="es-ES" sz="2300" kern="1200" dirty="0" err="1"/>
            <a:t>creacion</a:t>
          </a:r>
          <a:r>
            <a:rPr lang="es-ES" sz="2300" kern="1200" dirty="0"/>
            <a:t> </a:t>
          </a:r>
          <a:r>
            <a:rPr lang="es-ES" sz="2300" kern="1200" dirty="0" err="1"/>
            <a:t>of</a:t>
          </a:r>
          <a:r>
            <a:rPr lang="es-ES" sz="2300" kern="1200" dirty="0"/>
            <a:t> </a:t>
          </a:r>
          <a:r>
            <a:rPr lang="es-ES" sz="2300" kern="1200" dirty="0" err="1"/>
            <a:t>Ellipses</a:t>
          </a:r>
          <a:r>
            <a:rPr lang="es-ES" sz="2300" kern="1200" dirty="0"/>
            <a:t> </a:t>
          </a:r>
          <a:r>
            <a:rPr lang="es-ES" sz="2300" kern="1200" dirty="0" err="1"/>
            <a:t>some</a:t>
          </a:r>
          <a:r>
            <a:rPr lang="es-ES" sz="2300" kern="1200" dirty="0"/>
            <a:t> times </a:t>
          </a:r>
          <a:r>
            <a:rPr lang="es-ES" sz="2300" kern="1200" dirty="0" err="1"/>
            <a:t>fails</a:t>
          </a:r>
          <a:r>
            <a:rPr lang="es-ES" sz="2300" kern="1200" dirty="0"/>
            <a:t> and </a:t>
          </a:r>
          <a:r>
            <a:rPr lang="es-ES" sz="2300" kern="1200" dirty="0" err="1"/>
            <a:t>it</a:t>
          </a:r>
          <a:r>
            <a:rPr lang="es-ES" sz="2300" kern="1200" dirty="0"/>
            <a:t> </a:t>
          </a:r>
          <a:r>
            <a:rPr lang="es-ES" sz="2300" kern="1200" dirty="0" err="1"/>
            <a:t>doesn’t</a:t>
          </a:r>
          <a:r>
            <a:rPr lang="es-ES" sz="2300" kern="1200" dirty="0"/>
            <a:t> créate </a:t>
          </a:r>
          <a:r>
            <a:rPr lang="es-ES" sz="2300" kern="1200" dirty="0" err="1"/>
            <a:t>properly</a:t>
          </a:r>
          <a:endParaRPr lang="en-US" sz="2300" kern="1200" dirty="0"/>
        </a:p>
      </dsp:txBody>
      <dsp:txXfrm>
        <a:off x="4172197" y="849581"/>
        <a:ext cx="2971305" cy="1844879"/>
      </dsp:txXfrm>
    </dsp:sp>
    <dsp:sp modelId="{4D6AE919-B2B2-4C17-8F81-FB4C4F554350}">
      <dsp:nvSpPr>
        <dsp:cNvPr id="0" name=""/>
        <dsp:cNvSpPr/>
      </dsp:nvSpPr>
      <dsp:spPr>
        <a:xfrm>
          <a:off x="7543800" y="466429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FFFCCB-DD0E-48C7-B51E-EA3C86518449}">
      <dsp:nvSpPr>
        <dsp:cNvPr id="0" name=""/>
        <dsp:cNvSpPr/>
      </dsp:nvSpPr>
      <dsp:spPr>
        <a:xfrm>
          <a:off x="7886700" y="792184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Building a reliable system to distinguish broken cones without false positives</a:t>
          </a:r>
        </a:p>
      </dsp:txBody>
      <dsp:txXfrm>
        <a:off x="7944097" y="849581"/>
        <a:ext cx="2971305" cy="18448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2E571-D042-40F0-9AB7-48F628A48872}">
      <dsp:nvSpPr>
        <dsp:cNvPr id="0" name=""/>
        <dsp:cNvSpPr/>
      </dsp:nvSpPr>
      <dsp:spPr>
        <a:xfrm>
          <a:off x="0" y="0"/>
          <a:ext cx="9326880" cy="12106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kern="1200" dirty="0" err="1"/>
            <a:t>Add</a:t>
          </a:r>
          <a:r>
            <a:rPr lang="es-ES" sz="3200" kern="1200" dirty="0"/>
            <a:t> more </a:t>
          </a:r>
          <a:r>
            <a:rPr lang="es-ES" sz="3200" kern="1200" dirty="0" err="1"/>
            <a:t>level</a:t>
          </a:r>
          <a:r>
            <a:rPr lang="es-ES" sz="3200" kern="1200" dirty="0"/>
            <a:t> </a:t>
          </a:r>
          <a:r>
            <a:rPr lang="es-ES" sz="3200" kern="1200" dirty="0" err="1"/>
            <a:t>of</a:t>
          </a:r>
          <a:r>
            <a:rPr lang="es-ES" sz="3200" kern="1200" dirty="0"/>
            <a:t> </a:t>
          </a:r>
          <a:r>
            <a:rPr lang="es-ES" sz="3200" kern="1200" dirty="0" err="1"/>
            <a:t>feedback</a:t>
          </a:r>
          <a:r>
            <a:rPr lang="es-ES" sz="3200" kern="1200" dirty="0"/>
            <a:t> </a:t>
          </a:r>
          <a:r>
            <a:rPr lang="es-ES" sz="3200" kern="1200" dirty="0" err="1"/>
            <a:t>for</a:t>
          </a:r>
          <a:r>
            <a:rPr lang="es-ES" sz="3200" kern="1200" dirty="0"/>
            <a:t> </a:t>
          </a:r>
          <a:r>
            <a:rPr lang="es-ES" sz="3200" kern="1200" dirty="0" err="1"/>
            <a:t>the</a:t>
          </a:r>
          <a:r>
            <a:rPr lang="es-ES" sz="3200" kern="1200" dirty="0"/>
            <a:t> </a:t>
          </a:r>
          <a:r>
            <a:rPr lang="es-ES" sz="3200" kern="1200" dirty="0" err="1"/>
            <a:t>user</a:t>
          </a:r>
          <a:endParaRPr lang="en-US" sz="3200" kern="1200" dirty="0"/>
        </a:p>
      </dsp:txBody>
      <dsp:txXfrm>
        <a:off x="35458" y="35458"/>
        <a:ext cx="8020518" cy="1139711"/>
      </dsp:txXfrm>
    </dsp:sp>
    <dsp:sp modelId="{9E66A7A5-28A3-4B83-91EE-850285C166A5}">
      <dsp:nvSpPr>
        <dsp:cNvPr id="0" name=""/>
        <dsp:cNvSpPr/>
      </dsp:nvSpPr>
      <dsp:spPr>
        <a:xfrm>
          <a:off x="822959" y="1412398"/>
          <a:ext cx="9326880" cy="12106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kern="1200"/>
            <a:t>Improve the algorithim that detectces broken cones</a:t>
          </a:r>
          <a:endParaRPr lang="en-US" sz="3200" kern="1200"/>
        </a:p>
      </dsp:txBody>
      <dsp:txXfrm>
        <a:off x="858417" y="1447856"/>
        <a:ext cx="7646096" cy="1139711"/>
      </dsp:txXfrm>
    </dsp:sp>
    <dsp:sp modelId="{902FD918-F76D-401F-9F11-A3B238491E3F}">
      <dsp:nvSpPr>
        <dsp:cNvPr id="0" name=""/>
        <dsp:cNvSpPr/>
      </dsp:nvSpPr>
      <dsp:spPr>
        <a:xfrm>
          <a:off x="1645919" y="2824797"/>
          <a:ext cx="9326880" cy="12106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Automatically sort classified images into folders.</a:t>
          </a:r>
        </a:p>
      </dsp:txBody>
      <dsp:txXfrm>
        <a:off x="1681377" y="2860255"/>
        <a:ext cx="7646096" cy="1139711"/>
      </dsp:txXfrm>
    </dsp:sp>
    <dsp:sp modelId="{4BD8669F-2564-43A1-9C67-515C154EC35B}">
      <dsp:nvSpPr>
        <dsp:cNvPr id="0" name=""/>
        <dsp:cNvSpPr/>
      </dsp:nvSpPr>
      <dsp:spPr>
        <a:xfrm>
          <a:off x="8539972" y="918059"/>
          <a:ext cx="786907" cy="78690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717026" y="918059"/>
        <a:ext cx="432799" cy="592148"/>
      </dsp:txXfrm>
    </dsp:sp>
    <dsp:sp modelId="{920CD219-7B0E-4A0C-992C-B555CCE6BE89}">
      <dsp:nvSpPr>
        <dsp:cNvPr id="0" name=""/>
        <dsp:cNvSpPr/>
      </dsp:nvSpPr>
      <dsp:spPr>
        <a:xfrm>
          <a:off x="9362932" y="2322387"/>
          <a:ext cx="786907" cy="78690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539986" y="2322387"/>
        <a:ext cx="432799" cy="592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0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88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8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3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1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1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42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0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24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06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8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2">
            <a:extLst>
              <a:ext uri="{FF2B5EF4-FFF2-40B4-BE49-F238E27FC236}">
                <a16:creationId xmlns:a16="http://schemas.microsoft.com/office/drawing/2014/main" id="{CE3A6CF1-CE88-42A3-8C77-AE98091E7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1DF6B5-2974-250F-610A-474E43D38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200149"/>
            <a:ext cx="5486399" cy="2943225"/>
          </a:xfrm>
        </p:spPr>
        <p:txBody>
          <a:bodyPr>
            <a:normAutofit/>
          </a:bodyPr>
          <a:lstStyle/>
          <a:p>
            <a:r>
              <a:rPr lang="es-ES" dirty="0"/>
              <a:t>Final Project  </a:t>
            </a:r>
            <a:r>
              <a:rPr lang="es-ES" dirty="0" err="1"/>
              <a:t>Computer</a:t>
            </a:r>
            <a:r>
              <a:rPr lang="es-ES" dirty="0"/>
              <a:t> </a:t>
            </a:r>
            <a:r>
              <a:rPr lang="es-ES" dirty="0" err="1"/>
              <a:t>Vision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038883-4550-3DB3-9871-38B9E2484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438650"/>
            <a:ext cx="5486400" cy="1689869"/>
          </a:xfrm>
        </p:spPr>
        <p:txBody>
          <a:bodyPr anchor="t">
            <a:normAutofit/>
          </a:bodyPr>
          <a:lstStyle/>
          <a:p>
            <a:r>
              <a:rPr lang="es-ES" dirty="0"/>
              <a:t>Alejandro Albert Gramaje</a:t>
            </a:r>
          </a:p>
        </p:txBody>
      </p:sp>
      <p:pic>
        <p:nvPicPr>
          <p:cNvPr id="4" name="Picture 3" descr="Luces de láser de neón alineadas para formar un triángulo">
            <a:extLst>
              <a:ext uri="{FF2B5EF4-FFF2-40B4-BE49-F238E27FC236}">
                <a16:creationId xmlns:a16="http://schemas.microsoft.com/office/drawing/2014/main" id="{2115CB2F-DD56-36EC-5529-FBB5F44E3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60" r="24210" b="1"/>
          <a:stretch>
            <a:fillRect/>
          </a:stretch>
        </p:blipFill>
        <p:spPr>
          <a:xfrm>
            <a:off x="20" y="211090"/>
            <a:ext cx="5544156" cy="6646910"/>
          </a:xfrm>
          <a:custGeom>
            <a:avLst/>
            <a:gdLst/>
            <a:ahLst/>
            <a:cxnLst/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2917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DD4025-D64B-AA9C-1F92-7A9E289F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2782"/>
            <a:ext cx="4606456" cy="1154711"/>
          </a:xfrm>
        </p:spPr>
        <p:txBody>
          <a:bodyPr>
            <a:normAutofit/>
          </a:bodyPr>
          <a:lstStyle/>
          <a:p>
            <a:r>
              <a:rPr lang="es-ES" dirty="0" err="1"/>
              <a:t>Introduction</a:t>
            </a:r>
            <a:endParaRPr lang="es-E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E4B929D-B937-DC15-8AC7-1110F6430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8" y="2391995"/>
            <a:ext cx="4594537" cy="3174788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US" dirty="0"/>
              <a:t>This project aims at Exercise</a:t>
            </a:r>
            <a:r>
              <a:rPr lang="en-US" b="1" dirty="0"/>
              <a:t> </a:t>
            </a:r>
            <a:r>
              <a:rPr lang="en-US" dirty="0"/>
              <a:t>5, which consist of developing a system capable of analyzing traffic cone images with the following goals: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Measure Width / Height ratio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if cones are correctly aligned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 damaged or broken cones</a:t>
            </a:r>
          </a:p>
          <a:p>
            <a:endParaRPr lang="en-US" dirty="0"/>
          </a:p>
        </p:txBody>
      </p:sp>
      <p:pic>
        <p:nvPicPr>
          <p:cNvPr id="5" name="Marcador de contenido 4" descr="Cono de helado de waffles vacío en un fondo rosado">
            <a:extLst>
              <a:ext uri="{FF2B5EF4-FFF2-40B4-BE49-F238E27FC236}">
                <a16:creationId xmlns:a16="http://schemas.microsoft.com/office/drawing/2014/main" id="{FF1BBE12-C522-DFAA-113F-FBD1314A4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7" r="20458" b="-1"/>
          <a:stretch>
            <a:fillRect/>
          </a:stretch>
        </p:blipFill>
        <p:spPr>
          <a:xfrm>
            <a:off x="5879198" y="490264"/>
            <a:ext cx="6312802" cy="6367736"/>
          </a:xfrm>
          <a:custGeom>
            <a:avLst/>
            <a:gdLst/>
            <a:ahLst/>
            <a:cxnLst/>
            <a:rect l="l" t="t" r="r" b="b"/>
            <a:pathLst>
              <a:path w="6312802" h="6367736">
                <a:moveTo>
                  <a:pt x="789715" y="708127"/>
                </a:moveTo>
                <a:cubicBezTo>
                  <a:pt x="845978" y="711650"/>
                  <a:pt x="901296" y="724302"/>
                  <a:pt x="953475" y="745602"/>
                </a:cubicBezTo>
                <a:cubicBezTo>
                  <a:pt x="1173612" y="834890"/>
                  <a:pt x="1309905" y="1073925"/>
                  <a:pt x="1278834" y="1315681"/>
                </a:cubicBezTo>
                <a:cubicBezTo>
                  <a:pt x="1233750" y="1669869"/>
                  <a:pt x="880524" y="1881517"/>
                  <a:pt x="560369" y="1747304"/>
                </a:cubicBezTo>
                <a:cubicBezTo>
                  <a:pt x="338151" y="1654256"/>
                  <a:pt x="204742" y="1408974"/>
                  <a:pt x="242538" y="1164574"/>
                </a:cubicBezTo>
                <a:cubicBezTo>
                  <a:pt x="286421" y="880774"/>
                  <a:pt x="529219" y="692590"/>
                  <a:pt x="789715" y="708127"/>
                </a:cubicBezTo>
                <a:close/>
                <a:moveTo>
                  <a:pt x="2877121" y="364348"/>
                </a:moveTo>
                <a:cubicBezTo>
                  <a:pt x="2901561" y="365790"/>
                  <a:pt x="2925601" y="371235"/>
                  <a:pt x="2948310" y="380363"/>
                </a:cubicBezTo>
                <a:cubicBezTo>
                  <a:pt x="3044405" y="419202"/>
                  <a:pt x="3103503" y="523063"/>
                  <a:pt x="3089970" y="628607"/>
                </a:cubicBezTo>
                <a:cubicBezTo>
                  <a:pt x="3070190" y="782758"/>
                  <a:pt x="2916600" y="874848"/>
                  <a:pt x="2777343" y="816472"/>
                </a:cubicBezTo>
                <a:cubicBezTo>
                  <a:pt x="2680608" y="775952"/>
                  <a:pt x="2622552" y="669287"/>
                  <a:pt x="2639048" y="562863"/>
                </a:cubicBezTo>
                <a:cubicBezTo>
                  <a:pt x="2658106" y="439382"/>
                  <a:pt x="2763810" y="357542"/>
                  <a:pt x="2877121" y="364348"/>
                </a:cubicBezTo>
                <a:close/>
                <a:moveTo>
                  <a:pt x="5725514" y="29060"/>
                </a:moveTo>
                <a:lnTo>
                  <a:pt x="5748657" y="29701"/>
                </a:lnTo>
                <a:cubicBezTo>
                  <a:pt x="5935681" y="36387"/>
                  <a:pt x="6081789" y="65616"/>
                  <a:pt x="6194082" y="113315"/>
                </a:cubicBezTo>
                <a:lnTo>
                  <a:pt x="6312802" y="183322"/>
                </a:lnTo>
                <a:lnTo>
                  <a:pt x="6312802" y="6367736"/>
                </a:lnTo>
                <a:lnTo>
                  <a:pt x="3171877" y="6367736"/>
                </a:lnTo>
                <a:lnTo>
                  <a:pt x="3171635" y="6367591"/>
                </a:lnTo>
                <a:lnTo>
                  <a:pt x="2683232" y="6367591"/>
                </a:lnTo>
                <a:lnTo>
                  <a:pt x="2683031" y="6367736"/>
                </a:lnTo>
                <a:lnTo>
                  <a:pt x="1006759" y="6367736"/>
                </a:lnTo>
                <a:lnTo>
                  <a:pt x="1017798" y="6253705"/>
                </a:lnTo>
                <a:cubicBezTo>
                  <a:pt x="1043303" y="6019815"/>
                  <a:pt x="1065826" y="5776617"/>
                  <a:pt x="897420" y="5565130"/>
                </a:cubicBezTo>
                <a:cubicBezTo>
                  <a:pt x="700507" y="5318087"/>
                  <a:pt x="491822" y="5428997"/>
                  <a:pt x="271526" y="5130943"/>
                </a:cubicBezTo>
                <a:cubicBezTo>
                  <a:pt x="108646" y="4910648"/>
                  <a:pt x="-26366" y="4708290"/>
                  <a:pt x="39940" y="4415201"/>
                </a:cubicBezTo>
                <a:cubicBezTo>
                  <a:pt x="128666" y="4023216"/>
                  <a:pt x="467878" y="3870268"/>
                  <a:pt x="464356" y="3587268"/>
                </a:cubicBezTo>
                <a:cubicBezTo>
                  <a:pt x="460351" y="3247094"/>
                  <a:pt x="43943" y="3178950"/>
                  <a:pt x="3183" y="2791128"/>
                </a:cubicBezTo>
                <a:cubicBezTo>
                  <a:pt x="-23403" y="2538162"/>
                  <a:pt x="118896" y="2235225"/>
                  <a:pt x="343758" y="2095087"/>
                </a:cubicBezTo>
                <a:cubicBezTo>
                  <a:pt x="758163" y="1836512"/>
                  <a:pt x="1225342" y="2272862"/>
                  <a:pt x="1543093" y="2013487"/>
                </a:cubicBezTo>
                <a:cubicBezTo>
                  <a:pt x="1732879" y="1858534"/>
                  <a:pt x="1763790" y="1542064"/>
                  <a:pt x="1726873" y="1342749"/>
                </a:cubicBezTo>
                <a:cubicBezTo>
                  <a:pt x="1656484" y="963255"/>
                  <a:pt x="1345299" y="901114"/>
                  <a:pt x="1356831" y="612032"/>
                </a:cubicBezTo>
                <a:cubicBezTo>
                  <a:pt x="1365319" y="397180"/>
                  <a:pt x="1547578" y="171600"/>
                  <a:pt x="1773239" y="121551"/>
                </a:cubicBezTo>
                <a:cubicBezTo>
                  <a:pt x="1804789" y="114503"/>
                  <a:pt x="1837013" y="110980"/>
                  <a:pt x="1869333" y="110980"/>
                </a:cubicBezTo>
                <a:cubicBezTo>
                  <a:pt x="2087466" y="110980"/>
                  <a:pt x="2259155" y="271137"/>
                  <a:pt x="2312167" y="320866"/>
                </a:cubicBezTo>
                <a:cubicBezTo>
                  <a:pt x="2563133" y="555255"/>
                  <a:pt x="2364538" y="842498"/>
                  <a:pt x="2568899" y="1194363"/>
                </a:cubicBezTo>
                <a:cubicBezTo>
                  <a:pt x="2600650" y="1246494"/>
                  <a:pt x="2637078" y="1295662"/>
                  <a:pt x="2677726" y="1341226"/>
                </a:cubicBezTo>
                <a:cubicBezTo>
                  <a:pt x="2757804" y="1432276"/>
                  <a:pt x="2906990" y="1416261"/>
                  <a:pt x="2964327" y="1310316"/>
                </a:cubicBezTo>
                <a:cubicBezTo>
                  <a:pt x="3059059" y="1135183"/>
                  <a:pt x="3149628" y="938831"/>
                  <a:pt x="3333248" y="887741"/>
                </a:cubicBezTo>
                <a:cubicBezTo>
                  <a:pt x="3690239" y="788365"/>
                  <a:pt x="3902767" y="1378543"/>
                  <a:pt x="4272730" y="1307994"/>
                </a:cubicBezTo>
                <a:cubicBezTo>
                  <a:pt x="4426320" y="1278686"/>
                  <a:pt x="4515368" y="1152802"/>
                  <a:pt x="4596327" y="996810"/>
                </a:cubicBezTo>
                <a:cubicBezTo>
                  <a:pt x="4618829" y="953326"/>
                  <a:pt x="4640770" y="907521"/>
                  <a:pt x="4663272" y="860676"/>
                </a:cubicBezTo>
                <a:cubicBezTo>
                  <a:pt x="4732781" y="613153"/>
                  <a:pt x="4835282" y="115946"/>
                  <a:pt x="5572324" y="40189"/>
                </a:cubicBezTo>
                <a:cubicBezTo>
                  <a:pt x="5622910" y="31543"/>
                  <a:pt x="5674208" y="27859"/>
                  <a:pt x="5725514" y="29060"/>
                </a:cubicBezTo>
                <a:close/>
                <a:moveTo>
                  <a:pt x="4169348" y="793"/>
                </a:moveTo>
                <a:cubicBezTo>
                  <a:pt x="4219966" y="3995"/>
                  <a:pt x="4269734" y="15368"/>
                  <a:pt x="4316693" y="34505"/>
                </a:cubicBezTo>
                <a:cubicBezTo>
                  <a:pt x="4514808" y="114584"/>
                  <a:pt x="4637488" y="329676"/>
                  <a:pt x="4609540" y="547569"/>
                </a:cubicBezTo>
                <a:cubicBezTo>
                  <a:pt x="4568620" y="865801"/>
                  <a:pt x="4251108" y="1055907"/>
                  <a:pt x="3962986" y="935790"/>
                </a:cubicBezTo>
                <a:cubicBezTo>
                  <a:pt x="3762790" y="852028"/>
                  <a:pt x="3642672" y="631491"/>
                  <a:pt x="3676946" y="411355"/>
                </a:cubicBezTo>
                <a:cubicBezTo>
                  <a:pt x="3716424" y="155985"/>
                  <a:pt x="3934959" y="-13061"/>
                  <a:pt x="4169348" y="79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73092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8583B6-662B-CA10-1709-3AF1DB76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2782"/>
            <a:ext cx="4606456" cy="1154711"/>
          </a:xfrm>
        </p:spPr>
        <p:txBody>
          <a:bodyPr>
            <a:normAutofit/>
          </a:bodyPr>
          <a:lstStyle/>
          <a:p>
            <a:r>
              <a:rPr lang="es-ES" dirty="0" err="1"/>
              <a:t>First</a:t>
            </a:r>
            <a:r>
              <a:rPr lang="es-ES" dirty="0"/>
              <a:t> </a:t>
            </a:r>
            <a:r>
              <a:rPr lang="es-ES" dirty="0" err="1"/>
              <a:t>Part</a:t>
            </a:r>
            <a:endParaRPr lang="es-E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7586F7-9D68-3E16-20AC-2D6060013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8" y="2391995"/>
            <a:ext cx="4594537" cy="3174788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cone is validated against the expected dimensions: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Width between 300px and 345px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Height between 125px and 150px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Classified as valid or invalid accordingly</a:t>
            </a:r>
          </a:p>
          <a:p>
            <a:r>
              <a:rPr lang="en-US" dirty="0"/>
              <a:t>A green or red rectangle is used to show validation result</a:t>
            </a:r>
          </a:p>
          <a:p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D4CC246-CEB9-21FB-4B5C-899387F19B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3" r="21233" b="-2"/>
          <a:stretch>
            <a:fillRect/>
          </a:stretch>
        </p:blipFill>
        <p:spPr>
          <a:xfrm>
            <a:off x="5879198" y="490264"/>
            <a:ext cx="6312802" cy="6367736"/>
          </a:xfrm>
          <a:custGeom>
            <a:avLst/>
            <a:gdLst/>
            <a:ahLst/>
            <a:cxnLst/>
            <a:rect l="l" t="t" r="r" b="b"/>
            <a:pathLst>
              <a:path w="6312802" h="6367736">
                <a:moveTo>
                  <a:pt x="789715" y="708127"/>
                </a:moveTo>
                <a:cubicBezTo>
                  <a:pt x="845978" y="711650"/>
                  <a:pt x="901296" y="724302"/>
                  <a:pt x="953475" y="745602"/>
                </a:cubicBezTo>
                <a:cubicBezTo>
                  <a:pt x="1173612" y="834890"/>
                  <a:pt x="1309905" y="1073925"/>
                  <a:pt x="1278834" y="1315681"/>
                </a:cubicBezTo>
                <a:cubicBezTo>
                  <a:pt x="1233750" y="1669869"/>
                  <a:pt x="880524" y="1881517"/>
                  <a:pt x="560369" y="1747304"/>
                </a:cubicBezTo>
                <a:cubicBezTo>
                  <a:pt x="338151" y="1654256"/>
                  <a:pt x="204742" y="1408974"/>
                  <a:pt x="242538" y="1164574"/>
                </a:cubicBezTo>
                <a:cubicBezTo>
                  <a:pt x="286421" y="880774"/>
                  <a:pt x="529219" y="692590"/>
                  <a:pt x="789715" y="708127"/>
                </a:cubicBezTo>
                <a:close/>
                <a:moveTo>
                  <a:pt x="2877121" y="364348"/>
                </a:moveTo>
                <a:cubicBezTo>
                  <a:pt x="2901561" y="365790"/>
                  <a:pt x="2925601" y="371235"/>
                  <a:pt x="2948310" y="380363"/>
                </a:cubicBezTo>
                <a:cubicBezTo>
                  <a:pt x="3044405" y="419202"/>
                  <a:pt x="3103503" y="523063"/>
                  <a:pt x="3089970" y="628607"/>
                </a:cubicBezTo>
                <a:cubicBezTo>
                  <a:pt x="3070190" y="782758"/>
                  <a:pt x="2916600" y="874848"/>
                  <a:pt x="2777343" y="816472"/>
                </a:cubicBezTo>
                <a:cubicBezTo>
                  <a:pt x="2680608" y="775952"/>
                  <a:pt x="2622552" y="669287"/>
                  <a:pt x="2639048" y="562863"/>
                </a:cubicBezTo>
                <a:cubicBezTo>
                  <a:pt x="2658106" y="439382"/>
                  <a:pt x="2763810" y="357542"/>
                  <a:pt x="2877121" y="364348"/>
                </a:cubicBezTo>
                <a:close/>
                <a:moveTo>
                  <a:pt x="5725514" y="29060"/>
                </a:moveTo>
                <a:lnTo>
                  <a:pt x="5748657" y="29701"/>
                </a:lnTo>
                <a:cubicBezTo>
                  <a:pt x="5935681" y="36387"/>
                  <a:pt x="6081789" y="65616"/>
                  <a:pt x="6194082" y="113315"/>
                </a:cubicBezTo>
                <a:lnTo>
                  <a:pt x="6312802" y="183322"/>
                </a:lnTo>
                <a:lnTo>
                  <a:pt x="6312802" y="6367736"/>
                </a:lnTo>
                <a:lnTo>
                  <a:pt x="3171877" y="6367736"/>
                </a:lnTo>
                <a:lnTo>
                  <a:pt x="3171635" y="6367591"/>
                </a:lnTo>
                <a:lnTo>
                  <a:pt x="2683232" y="6367591"/>
                </a:lnTo>
                <a:lnTo>
                  <a:pt x="2683031" y="6367736"/>
                </a:lnTo>
                <a:lnTo>
                  <a:pt x="1006759" y="6367736"/>
                </a:lnTo>
                <a:lnTo>
                  <a:pt x="1017798" y="6253705"/>
                </a:lnTo>
                <a:cubicBezTo>
                  <a:pt x="1043303" y="6019815"/>
                  <a:pt x="1065826" y="5776617"/>
                  <a:pt x="897420" y="5565130"/>
                </a:cubicBezTo>
                <a:cubicBezTo>
                  <a:pt x="700507" y="5318087"/>
                  <a:pt x="491822" y="5428997"/>
                  <a:pt x="271526" y="5130943"/>
                </a:cubicBezTo>
                <a:cubicBezTo>
                  <a:pt x="108646" y="4910648"/>
                  <a:pt x="-26366" y="4708290"/>
                  <a:pt x="39940" y="4415201"/>
                </a:cubicBezTo>
                <a:cubicBezTo>
                  <a:pt x="128666" y="4023216"/>
                  <a:pt x="467878" y="3870268"/>
                  <a:pt x="464356" y="3587268"/>
                </a:cubicBezTo>
                <a:cubicBezTo>
                  <a:pt x="460351" y="3247094"/>
                  <a:pt x="43943" y="3178950"/>
                  <a:pt x="3183" y="2791128"/>
                </a:cubicBezTo>
                <a:cubicBezTo>
                  <a:pt x="-23403" y="2538162"/>
                  <a:pt x="118896" y="2235225"/>
                  <a:pt x="343758" y="2095087"/>
                </a:cubicBezTo>
                <a:cubicBezTo>
                  <a:pt x="758163" y="1836512"/>
                  <a:pt x="1225342" y="2272862"/>
                  <a:pt x="1543093" y="2013487"/>
                </a:cubicBezTo>
                <a:cubicBezTo>
                  <a:pt x="1732879" y="1858534"/>
                  <a:pt x="1763790" y="1542064"/>
                  <a:pt x="1726873" y="1342749"/>
                </a:cubicBezTo>
                <a:cubicBezTo>
                  <a:pt x="1656484" y="963255"/>
                  <a:pt x="1345299" y="901114"/>
                  <a:pt x="1356831" y="612032"/>
                </a:cubicBezTo>
                <a:cubicBezTo>
                  <a:pt x="1365319" y="397180"/>
                  <a:pt x="1547578" y="171600"/>
                  <a:pt x="1773239" y="121551"/>
                </a:cubicBezTo>
                <a:cubicBezTo>
                  <a:pt x="1804789" y="114503"/>
                  <a:pt x="1837013" y="110980"/>
                  <a:pt x="1869333" y="110980"/>
                </a:cubicBezTo>
                <a:cubicBezTo>
                  <a:pt x="2087466" y="110980"/>
                  <a:pt x="2259155" y="271137"/>
                  <a:pt x="2312167" y="320866"/>
                </a:cubicBezTo>
                <a:cubicBezTo>
                  <a:pt x="2563133" y="555255"/>
                  <a:pt x="2364538" y="842498"/>
                  <a:pt x="2568899" y="1194363"/>
                </a:cubicBezTo>
                <a:cubicBezTo>
                  <a:pt x="2600650" y="1246494"/>
                  <a:pt x="2637078" y="1295662"/>
                  <a:pt x="2677726" y="1341226"/>
                </a:cubicBezTo>
                <a:cubicBezTo>
                  <a:pt x="2757804" y="1432276"/>
                  <a:pt x="2906990" y="1416261"/>
                  <a:pt x="2964327" y="1310316"/>
                </a:cubicBezTo>
                <a:cubicBezTo>
                  <a:pt x="3059059" y="1135183"/>
                  <a:pt x="3149628" y="938831"/>
                  <a:pt x="3333248" y="887741"/>
                </a:cubicBezTo>
                <a:cubicBezTo>
                  <a:pt x="3690239" y="788365"/>
                  <a:pt x="3902767" y="1378543"/>
                  <a:pt x="4272730" y="1307994"/>
                </a:cubicBezTo>
                <a:cubicBezTo>
                  <a:pt x="4426320" y="1278686"/>
                  <a:pt x="4515368" y="1152802"/>
                  <a:pt x="4596327" y="996810"/>
                </a:cubicBezTo>
                <a:cubicBezTo>
                  <a:pt x="4618829" y="953326"/>
                  <a:pt x="4640770" y="907521"/>
                  <a:pt x="4663272" y="860676"/>
                </a:cubicBezTo>
                <a:cubicBezTo>
                  <a:pt x="4732781" y="613153"/>
                  <a:pt x="4835282" y="115946"/>
                  <a:pt x="5572324" y="40189"/>
                </a:cubicBezTo>
                <a:cubicBezTo>
                  <a:pt x="5622910" y="31543"/>
                  <a:pt x="5674208" y="27859"/>
                  <a:pt x="5725514" y="29060"/>
                </a:cubicBezTo>
                <a:close/>
                <a:moveTo>
                  <a:pt x="4169348" y="793"/>
                </a:moveTo>
                <a:cubicBezTo>
                  <a:pt x="4219966" y="3995"/>
                  <a:pt x="4269734" y="15368"/>
                  <a:pt x="4316693" y="34505"/>
                </a:cubicBezTo>
                <a:cubicBezTo>
                  <a:pt x="4514808" y="114584"/>
                  <a:pt x="4637488" y="329676"/>
                  <a:pt x="4609540" y="547569"/>
                </a:cubicBezTo>
                <a:cubicBezTo>
                  <a:pt x="4568620" y="865801"/>
                  <a:pt x="4251108" y="1055907"/>
                  <a:pt x="3962986" y="935790"/>
                </a:cubicBezTo>
                <a:cubicBezTo>
                  <a:pt x="3762790" y="852028"/>
                  <a:pt x="3642672" y="631491"/>
                  <a:pt x="3676946" y="411355"/>
                </a:cubicBezTo>
                <a:cubicBezTo>
                  <a:pt x="3716424" y="155985"/>
                  <a:pt x="3934959" y="-13061"/>
                  <a:pt x="4169348" y="79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721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DDE1B3-6DCE-1CE0-357A-0B5750203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2"/>
            <a:ext cx="5369169" cy="16140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Second Part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9E95AB-D1D1-274E-4941-595C8C4C0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8" y="2391995"/>
            <a:ext cx="5355276" cy="31747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The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effectLst/>
              </a:rPr>
              <a:t>rotation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 angle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is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extracted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The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cone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is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considered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aligned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if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The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angle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is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between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80° and 100° </a:t>
            </a:r>
            <a:endParaRPr lang="es-ES" altLang="es-ES" dirty="0"/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s-ES" altLang="es-ES" i="0" u="none" strike="noStrike" cap="none" normalizeH="0" baseline="0" dirty="0" err="1">
                <a:ln>
                  <a:noFill/>
                </a:ln>
                <a:effectLst/>
              </a:rPr>
              <a:t>The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 angle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effectLst/>
              </a:rPr>
              <a:t>is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effectLst/>
              </a:rPr>
              <a:t>between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 265° and 285°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The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ellipse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and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its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center are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visualized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</a:endParaRPr>
          </a:p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2ED425-F927-BA1D-73F0-B90B122842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0" r="21057"/>
          <a:stretch>
            <a:fillRect/>
          </a:stretch>
        </p:blipFill>
        <p:spPr>
          <a:xfrm>
            <a:off x="6408746" y="341196"/>
            <a:ext cx="5783254" cy="5827839"/>
          </a:xfrm>
          <a:custGeom>
            <a:avLst/>
            <a:gdLst/>
            <a:ahLst/>
            <a:cxnLst/>
            <a:rect l="l" t="t" r="r" b="b"/>
            <a:pathLst>
              <a:path w="5783254" h="5827839">
                <a:moveTo>
                  <a:pt x="4737899" y="4735529"/>
                </a:moveTo>
                <a:cubicBezTo>
                  <a:pt x="5039532" y="4735529"/>
                  <a:pt x="5284054" y="4980051"/>
                  <a:pt x="5284054" y="5281684"/>
                </a:cubicBezTo>
                <a:cubicBezTo>
                  <a:pt x="5284054" y="5583317"/>
                  <a:pt x="5039532" y="5827839"/>
                  <a:pt x="4737899" y="5827839"/>
                </a:cubicBezTo>
                <a:cubicBezTo>
                  <a:pt x="4436266" y="5827839"/>
                  <a:pt x="4191744" y="5583317"/>
                  <a:pt x="4191744" y="5281684"/>
                </a:cubicBezTo>
                <a:cubicBezTo>
                  <a:pt x="4191744" y="4980051"/>
                  <a:pt x="4436266" y="4735529"/>
                  <a:pt x="4737899" y="4735529"/>
                </a:cubicBezTo>
                <a:close/>
                <a:moveTo>
                  <a:pt x="926278" y="4451445"/>
                </a:moveTo>
                <a:cubicBezTo>
                  <a:pt x="1155542" y="4451445"/>
                  <a:pt x="1341398" y="4637301"/>
                  <a:pt x="1341398" y="4866565"/>
                </a:cubicBezTo>
                <a:cubicBezTo>
                  <a:pt x="1341398" y="5095829"/>
                  <a:pt x="1155542" y="5281685"/>
                  <a:pt x="926278" y="5281685"/>
                </a:cubicBezTo>
                <a:cubicBezTo>
                  <a:pt x="697014" y="5281685"/>
                  <a:pt x="511158" y="5095829"/>
                  <a:pt x="511158" y="4866565"/>
                </a:cubicBezTo>
                <a:cubicBezTo>
                  <a:pt x="511158" y="4637301"/>
                  <a:pt x="697014" y="4451445"/>
                  <a:pt x="926278" y="4451445"/>
                </a:cubicBezTo>
                <a:close/>
                <a:moveTo>
                  <a:pt x="1681949" y="4088725"/>
                </a:moveTo>
                <a:cubicBezTo>
                  <a:pt x="1834038" y="4088725"/>
                  <a:pt x="1957331" y="4212018"/>
                  <a:pt x="1957331" y="4364107"/>
                </a:cubicBezTo>
                <a:cubicBezTo>
                  <a:pt x="1957331" y="4516196"/>
                  <a:pt x="1834038" y="4639489"/>
                  <a:pt x="1681949" y="4639489"/>
                </a:cubicBezTo>
                <a:cubicBezTo>
                  <a:pt x="1529860" y="4639489"/>
                  <a:pt x="1406567" y="4516196"/>
                  <a:pt x="1406567" y="4364107"/>
                </a:cubicBezTo>
                <a:cubicBezTo>
                  <a:pt x="1406567" y="4212018"/>
                  <a:pt x="1529860" y="4088725"/>
                  <a:pt x="1681949" y="4088725"/>
                </a:cubicBezTo>
                <a:close/>
                <a:moveTo>
                  <a:pt x="1693411" y="509182"/>
                </a:moveTo>
                <a:cubicBezTo>
                  <a:pt x="1845500" y="509182"/>
                  <a:pt x="1968793" y="632475"/>
                  <a:pt x="1968793" y="784564"/>
                </a:cubicBezTo>
                <a:cubicBezTo>
                  <a:pt x="1968793" y="936653"/>
                  <a:pt x="1845500" y="1059946"/>
                  <a:pt x="1693411" y="1059946"/>
                </a:cubicBezTo>
                <a:cubicBezTo>
                  <a:pt x="1541322" y="1059946"/>
                  <a:pt x="1418029" y="936653"/>
                  <a:pt x="1418029" y="784564"/>
                </a:cubicBezTo>
                <a:cubicBezTo>
                  <a:pt x="1418029" y="632475"/>
                  <a:pt x="1541322" y="509182"/>
                  <a:pt x="1693411" y="509182"/>
                </a:cubicBezTo>
                <a:close/>
                <a:moveTo>
                  <a:pt x="3016437" y="478512"/>
                </a:moveTo>
                <a:cubicBezTo>
                  <a:pt x="3052905" y="476034"/>
                  <a:pt x="3089701" y="476075"/>
                  <a:pt x="3126794" y="478680"/>
                </a:cubicBezTo>
                <a:cubicBezTo>
                  <a:pt x="3225709" y="485628"/>
                  <a:pt x="3326735" y="510816"/>
                  <a:pt x="3429286" y="555125"/>
                </a:cubicBezTo>
                <a:cubicBezTo>
                  <a:pt x="3588377" y="623860"/>
                  <a:pt x="3726579" y="757508"/>
                  <a:pt x="3852460" y="883435"/>
                </a:cubicBezTo>
                <a:cubicBezTo>
                  <a:pt x="4189958" y="1221166"/>
                  <a:pt x="4581366" y="1207328"/>
                  <a:pt x="4939713" y="1000031"/>
                </a:cubicBezTo>
                <a:cubicBezTo>
                  <a:pt x="5194103" y="852348"/>
                  <a:pt x="5433141" y="675268"/>
                  <a:pt x="5697634" y="549718"/>
                </a:cubicBezTo>
                <a:lnTo>
                  <a:pt x="5783254" y="513561"/>
                </a:lnTo>
                <a:lnTo>
                  <a:pt x="5783254" y="4871711"/>
                </a:lnTo>
                <a:lnTo>
                  <a:pt x="5743328" y="4864473"/>
                </a:lnTo>
                <a:cubicBezTo>
                  <a:pt x="5605918" y="4834320"/>
                  <a:pt x="5469797" y="4789559"/>
                  <a:pt x="5333250" y="4737862"/>
                </a:cubicBezTo>
                <a:cubicBezTo>
                  <a:pt x="5018374" y="4618749"/>
                  <a:pt x="4676802" y="4500296"/>
                  <a:pt x="4354677" y="4623045"/>
                </a:cubicBezTo>
                <a:cubicBezTo>
                  <a:pt x="4093969" y="4722577"/>
                  <a:pt x="3874992" y="4932580"/>
                  <a:pt x="3639124" y="5095915"/>
                </a:cubicBezTo>
                <a:cubicBezTo>
                  <a:pt x="3490411" y="5199039"/>
                  <a:pt x="3351637" y="5318395"/>
                  <a:pt x="3196098" y="5409413"/>
                </a:cubicBezTo>
                <a:cubicBezTo>
                  <a:pt x="2798576" y="5642084"/>
                  <a:pt x="2315054" y="5309217"/>
                  <a:pt x="2216541" y="5005202"/>
                </a:cubicBezTo>
                <a:cubicBezTo>
                  <a:pt x="2172959" y="4870183"/>
                  <a:pt x="2182102" y="4711777"/>
                  <a:pt x="2195718" y="4566594"/>
                </a:cubicBezTo>
                <a:cubicBezTo>
                  <a:pt x="2235161" y="4141667"/>
                  <a:pt x="1842961" y="3903370"/>
                  <a:pt x="1509426" y="3909896"/>
                </a:cubicBezTo>
                <a:cubicBezTo>
                  <a:pt x="539234" y="3931048"/>
                  <a:pt x="29168" y="3302144"/>
                  <a:pt x="354" y="2455296"/>
                </a:cubicBezTo>
                <a:cubicBezTo>
                  <a:pt x="-4549" y="2310187"/>
                  <a:pt x="42804" y="2163767"/>
                  <a:pt x="65932" y="2017226"/>
                </a:cubicBezTo>
                <a:cubicBezTo>
                  <a:pt x="138904" y="1706535"/>
                  <a:pt x="262471" y="1430265"/>
                  <a:pt x="548743" y="1259879"/>
                </a:cubicBezTo>
                <a:cubicBezTo>
                  <a:pt x="731311" y="1151231"/>
                  <a:pt x="929316" y="1141485"/>
                  <a:pt x="1139870" y="1171590"/>
                </a:cubicBezTo>
                <a:cubicBezTo>
                  <a:pt x="1368879" y="1204173"/>
                  <a:pt x="1602397" y="1224911"/>
                  <a:pt x="1832320" y="1214571"/>
                </a:cubicBezTo>
                <a:cubicBezTo>
                  <a:pt x="2045424" y="1204861"/>
                  <a:pt x="2179434" y="1036538"/>
                  <a:pt x="2309408" y="884812"/>
                </a:cubicBezTo>
                <a:cubicBezTo>
                  <a:pt x="2521947" y="636609"/>
                  <a:pt x="2761159" y="495859"/>
                  <a:pt x="3016437" y="478512"/>
                </a:cubicBezTo>
                <a:close/>
                <a:moveTo>
                  <a:pt x="4470143" y="0"/>
                </a:moveTo>
                <a:cubicBezTo>
                  <a:pt x="4685857" y="0"/>
                  <a:pt x="4860728" y="174871"/>
                  <a:pt x="4860728" y="390585"/>
                </a:cubicBezTo>
                <a:cubicBezTo>
                  <a:pt x="4860728" y="606299"/>
                  <a:pt x="4685857" y="781170"/>
                  <a:pt x="4470143" y="781170"/>
                </a:cubicBezTo>
                <a:cubicBezTo>
                  <a:pt x="4254429" y="781170"/>
                  <a:pt x="4079558" y="606299"/>
                  <a:pt x="4079558" y="390585"/>
                </a:cubicBezTo>
                <a:cubicBezTo>
                  <a:pt x="4079558" y="174871"/>
                  <a:pt x="4254429" y="0"/>
                  <a:pt x="447014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35643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D7B8C8D-303A-4A32-9B89-7D0C614A9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54847B-255A-7108-BF93-2138810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6110177" cy="1325563"/>
          </a:xfrm>
        </p:spPr>
        <p:txBody>
          <a:bodyPr>
            <a:normAutofit/>
          </a:bodyPr>
          <a:lstStyle/>
          <a:p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Part</a:t>
            </a:r>
            <a:endParaRPr lang="es-ES" dirty="0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7292B39-BBA8-27E2-0472-BD4EAF7183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106204"/>
            <a:ext cx="6110177" cy="40365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Multiple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effectLst/>
              </a:rPr>
              <a:t>templates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effectLst/>
              </a:rPr>
              <a:t>of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effectLst/>
              </a:rPr>
              <a:t>good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effectLst/>
              </a:rPr>
              <a:t>cones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are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generated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dirty="0"/>
              <a:t>The current contour is compared against each template using shape similarity metrics.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s-ES" i="0" u="none" strike="noStrike" cap="none" normalizeH="0" baseline="0" dirty="0">
                <a:ln>
                  <a:noFill/>
                </a:ln>
                <a:effectLst/>
              </a:rPr>
              <a:t>I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f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effectLst/>
              </a:rPr>
              <a:t>best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i="0" u="none" strike="noStrike" cap="none" normalizeH="0" baseline="0" dirty="0" err="1">
                <a:ln>
                  <a:noFill/>
                </a:ln>
                <a:effectLst/>
              </a:rPr>
              <a:t>similarity</a:t>
            </a:r>
            <a:r>
              <a:rPr kumimoji="0" lang="es-ES" altLang="es-ES" i="0" u="none" strike="noStrike" cap="none" normalizeH="0" baseline="0" dirty="0">
                <a:ln>
                  <a:noFill/>
                </a:ln>
                <a:effectLst/>
              </a:rPr>
              <a:t> &gt; 0.08,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the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cone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is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considered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effectLst/>
              </a:rPr>
              <a:t>broken</a:t>
            </a:r>
            <a:endParaRPr kumimoji="0" lang="es-ES" altLang="es-E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9ECD0F-CBF9-0299-0F52-056F7828E4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60" r="1" b="13650"/>
          <a:stretch>
            <a:fillRect/>
          </a:stretch>
        </p:blipFill>
        <p:spPr>
          <a:xfrm>
            <a:off x="7331853" y="10"/>
            <a:ext cx="4860147" cy="3428990"/>
          </a:xfrm>
          <a:custGeom>
            <a:avLst/>
            <a:gdLst/>
            <a:ahLst/>
            <a:cxnLst/>
            <a:rect l="l" t="t" r="r" b="b"/>
            <a:pathLst>
              <a:path w="4860147" h="3429000">
                <a:moveTo>
                  <a:pt x="268805" y="1822824"/>
                </a:moveTo>
                <a:cubicBezTo>
                  <a:pt x="412387" y="1822824"/>
                  <a:pt x="528781" y="1939219"/>
                  <a:pt x="528781" y="2082800"/>
                </a:cubicBezTo>
                <a:cubicBezTo>
                  <a:pt x="528781" y="2226381"/>
                  <a:pt x="412387" y="2342776"/>
                  <a:pt x="268805" y="2342776"/>
                </a:cubicBezTo>
                <a:cubicBezTo>
                  <a:pt x="125225" y="2342776"/>
                  <a:pt x="8829" y="2226381"/>
                  <a:pt x="8829" y="2082800"/>
                </a:cubicBezTo>
                <a:cubicBezTo>
                  <a:pt x="8829" y="1939219"/>
                  <a:pt x="125225" y="1822824"/>
                  <a:pt x="268805" y="1822824"/>
                </a:cubicBezTo>
                <a:close/>
                <a:moveTo>
                  <a:pt x="311623" y="1354515"/>
                </a:moveTo>
                <a:cubicBezTo>
                  <a:pt x="403243" y="1354515"/>
                  <a:pt x="477514" y="1428787"/>
                  <a:pt x="477514" y="1520407"/>
                </a:cubicBezTo>
                <a:cubicBezTo>
                  <a:pt x="477514" y="1612027"/>
                  <a:pt x="403243" y="1686299"/>
                  <a:pt x="311623" y="1686299"/>
                </a:cubicBezTo>
                <a:cubicBezTo>
                  <a:pt x="220002" y="1686299"/>
                  <a:pt x="145730" y="1612027"/>
                  <a:pt x="145730" y="1520407"/>
                </a:cubicBezTo>
                <a:cubicBezTo>
                  <a:pt x="145730" y="1428787"/>
                  <a:pt x="220002" y="1354515"/>
                  <a:pt x="311623" y="1354515"/>
                </a:cubicBezTo>
                <a:close/>
                <a:moveTo>
                  <a:pt x="541218" y="0"/>
                </a:moveTo>
                <a:lnTo>
                  <a:pt x="833582" y="0"/>
                </a:lnTo>
                <a:lnTo>
                  <a:pt x="2382626" y="0"/>
                </a:lnTo>
                <a:lnTo>
                  <a:pt x="2747580" y="0"/>
                </a:lnTo>
                <a:lnTo>
                  <a:pt x="3950670" y="0"/>
                </a:lnTo>
                <a:lnTo>
                  <a:pt x="4706476" y="0"/>
                </a:lnTo>
                <a:lnTo>
                  <a:pt x="4860147" y="0"/>
                </a:lnTo>
                <a:lnTo>
                  <a:pt x="4860147" y="3429000"/>
                </a:lnTo>
                <a:lnTo>
                  <a:pt x="0" y="3429000"/>
                </a:lnTo>
                <a:lnTo>
                  <a:pt x="10355" y="3365199"/>
                </a:lnTo>
                <a:cubicBezTo>
                  <a:pt x="48015" y="3197951"/>
                  <a:pt x="123724" y="3038692"/>
                  <a:pt x="207457" y="2872062"/>
                </a:cubicBezTo>
                <a:cubicBezTo>
                  <a:pt x="262517" y="2763073"/>
                  <a:pt x="320349" y="2687655"/>
                  <a:pt x="379893" y="2630331"/>
                </a:cubicBezTo>
                <a:cubicBezTo>
                  <a:pt x="382617" y="2627394"/>
                  <a:pt x="385645" y="2624417"/>
                  <a:pt x="389084" y="2621388"/>
                </a:cubicBezTo>
                <a:cubicBezTo>
                  <a:pt x="945661" y="2128752"/>
                  <a:pt x="557531" y="1213511"/>
                  <a:pt x="465879" y="1018429"/>
                </a:cubicBezTo>
                <a:cubicBezTo>
                  <a:pt x="458750" y="1006625"/>
                  <a:pt x="452689" y="994267"/>
                  <a:pt x="447771" y="981453"/>
                </a:cubicBezTo>
                <a:cubicBezTo>
                  <a:pt x="313042" y="605203"/>
                  <a:pt x="284127" y="265828"/>
                  <a:pt x="512399" y="26006"/>
                </a:cubicBezTo>
                <a:close/>
              </a:path>
            </a:pathLst>
          </a:cu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C76CDF2-8D68-ABB4-032D-28B6EE9389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523" r="-2" b="3014"/>
          <a:stretch>
            <a:fillRect/>
          </a:stretch>
        </p:blipFill>
        <p:spPr>
          <a:xfrm>
            <a:off x="7317115" y="3429000"/>
            <a:ext cx="4874885" cy="3429000"/>
          </a:xfrm>
          <a:custGeom>
            <a:avLst/>
            <a:gdLst/>
            <a:ahLst/>
            <a:cxnLst/>
            <a:rect l="l" t="t" r="r" b="b"/>
            <a:pathLst>
              <a:path w="4874885" h="3429000">
                <a:moveTo>
                  <a:pt x="342131" y="1329720"/>
                </a:moveTo>
                <a:cubicBezTo>
                  <a:pt x="518068" y="1329720"/>
                  <a:pt x="660693" y="1472346"/>
                  <a:pt x="660693" y="1648283"/>
                </a:cubicBezTo>
                <a:cubicBezTo>
                  <a:pt x="660693" y="1824220"/>
                  <a:pt x="518068" y="1966846"/>
                  <a:pt x="342131" y="1966846"/>
                </a:cubicBezTo>
                <a:cubicBezTo>
                  <a:pt x="166194" y="1966846"/>
                  <a:pt x="23567" y="1824220"/>
                  <a:pt x="23567" y="1648283"/>
                </a:cubicBezTo>
                <a:cubicBezTo>
                  <a:pt x="23567" y="1472346"/>
                  <a:pt x="166194" y="1329720"/>
                  <a:pt x="342131" y="1329720"/>
                </a:cubicBezTo>
                <a:close/>
                <a:moveTo>
                  <a:pt x="14738" y="0"/>
                </a:moveTo>
                <a:lnTo>
                  <a:pt x="4874885" y="0"/>
                </a:lnTo>
                <a:lnTo>
                  <a:pt x="4874885" y="3429000"/>
                </a:lnTo>
                <a:lnTo>
                  <a:pt x="580539" y="3429000"/>
                </a:lnTo>
                <a:lnTo>
                  <a:pt x="548777" y="3393217"/>
                </a:lnTo>
                <a:cubicBezTo>
                  <a:pt x="402964" y="3206564"/>
                  <a:pt x="308389" y="2967571"/>
                  <a:pt x="301088" y="2744809"/>
                </a:cubicBezTo>
                <a:cubicBezTo>
                  <a:pt x="283493" y="2198815"/>
                  <a:pt x="800250" y="2035406"/>
                  <a:pt x="744084" y="1560172"/>
                </a:cubicBezTo>
                <a:cubicBezTo>
                  <a:pt x="697796" y="1165597"/>
                  <a:pt x="239340" y="1008363"/>
                  <a:pt x="56290" y="477274"/>
                </a:cubicBezTo>
                <a:cubicBezTo>
                  <a:pt x="4940" y="328333"/>
                  <a:pt x="-8117" y="192526"/>
                  <a:pt x="4452" y="6337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88309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46C5F3-4EAC-473B-BD72-1219E833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2231725-D083-4E0F-9428-1C263518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D1033C-8E73-F1D6-00C3-46000676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446390"/>
          </a:xfrm>
        </p:spPr>
        <p:txBody>
          <a:bodyPr>
            <a:normAutofit/>
          </a:bodyPr>
          <a:lstStyle/>
          <a:p>
            <a:r>
              <a:rPr lang="es-ES" dirty="0" err="1"/>
              <a:t>Challenges</a:t>
            </a:r>
            <a:r>
              <a:rPr lang="es-ES" dirty="0"/>
              <a:t> </a:t>
            </a:r>
            <a:r>
              <a:rPr lang="es-ES" dirty="0" err="1"/>
              <a:t>Encountered</a:t>
            </a:r>
            <a:endParaRPr lang="es-E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A7397B6-43D1-032F-3D6D-BD858461EF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248502"/>
              </p:ext>
            </p:extLst>
          </p:nvPr>
        </p:nvGraphicFramePr>
        <p:xfrm>
          <a:off x="609600" y="2923750"/>
          <a:ext cx="10972800" cy="321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6344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13B2A7-A44E-4940-9367-4788F280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DBF9A7D-DF04-4422-981B-76DFC720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759370" y="0"/>
            <a:ext cx="2432630" cy="2848482"/>
          </a:xfrm>
          <a:custGeom>
            <a:avLst/>
            <a:gdLst>
              <a:gd name="connsiteX0" fmla="*/ 1193013 w 2432630"/>
              <a:gd name="connsiteY0" fmla="*/ 1609830 h 2848482"/>
              <a:gd name="connsiteX1" fmla="*/ 1452520 w 2432630"/>
              <a:gd name="connsiteY1" fmla="*/ 1771993 h 2848482"/>
              <a:gd name="connsiteX2" fmla="*/ 1333256 w 2432630"/>
              <a:gd name="connsiteY2" fmla="*/ 2217094 h 2848482"/>
              <a:gd name="connsiteX3" fmla="*/ 888154 w 2432630"/>
              <a:gd name="connsiteY3" fmla="*/ 2097829 h 2848482"/>
              <a:gd name="connsiteX4" fmla="*/ 1007419 w 2432630"/>
              <a:gd name="connsiteY4" fmla="*/ 1652728 h 2848482"/>
              <a:gd name="connsiteX5" fmla="*/ 1193013 w 2432630"/>
              <a:gd name="connsiteY5" fmla="*/ 1609830 h 2848482"/>
              <a:gd name="connsiteX6" fmla="*/ 1721013 w 2432630"/>
              <a:gd name="connsiteY6" fmla="*/ 1345937 h 2848482"/>
              <a:gd name="connsiteX7" fmla="*/ 1880524 w 2432630"/>
              <a:gd name="connsiteY7" fmla="*/ 1425334 h 2848482"/>
              <a:gd name="connsiteX8" fmla="*/ 1821528 w 2432630"/>
              <a:gd name="connsiteY8" fmla="*/ 1645511 h 2848482"/>
              <a:gd name="connsiteX9" fmla="*/ 1601350 w 2432630"/>
              <a:gd name="connsiteY9" fmla="*/ 1586514 h 2848482"/>
              <a:gd name="connsiteX10" fmla="*/ 1660347 w 2432630"/>
              <a:gd name="connsiteY10" fmla="*/ 1366337 h 2848482"/>
              <a:gd name="connsiteX11" fmla="*/ 1721013 w 2432630"/>
              <a:gd name="connsiteY11" fmla="*/ 1345937 h 2848482"/>
              <a:gd name="connsiteX12" fmla="*/ 0 w 2432630"/>
              <a:gd name="connsiteY12" fmla="*/ 0 h 2848482"/>
              <a:gd name="connsiteX13" fmla="*/ 2420476 w 2432630"/>
              <a:gd name="connsiteY13" fmla="*/ 0 h 2848482"/>
              <a:gd name="connsiteX14" fmla="*/ 2431096 w 2432630"/>
              <a:gd name="connsiteY14" fmla="*/ 94052 h 2848482"/>
              <a:gd name="connsiteX15" fmla="*/ 2426545 w 2432630"/>
              <a:gd name="connsiteY15" fmla="*/ 261706 h 2848482"/>
              <a:gd name="connsiteX16" fmla="*/ 1347411 w 2432630"/>
              <a:gd name="connsiteY16" fmla="*/ 1289202 h 2848482"/>
              <a:gd name="connsiteX17" fmla="*/ 678423 w 2432630"/>
              <a:gd name="connsiteY17" fmla="*/ 1606118 h 2848482"/>
              <a:gd name="connsiteX18" fmla="*/ 284014 w 2432630"/>
              <a:gd name="connsiteY18" fmla="*/ 2398976 h 2848482"/>
              <a:gd name="connsiteX19" fmla="*/ 97407 w 2432630"/>
              <a:gd name="connsiteY19" fmla="*/ 2742323 h 2848482"/>
              <a:gd name="connsiteX20" fmla="*/ 0 w 2432630"/>
              <a:gd name="connsiteY20" fmla="*/ 2848482 h 2848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432630" h="2848482">
                <a:moveTo>
                  <a:pt x="1193013" y="1609830"/>
                </a:moveTo>
                <a:cubicBezTo>
                  <a:pt x="1297352" y="1617205"/>
                  <a:pt x="1396284" y="1674588"/>
                  <a:pt x="1452520" y="1771993"/>
                </a:cubicBezTo>
                <a:cubicBezTo>
                  <a:pt x="1542498" y="1927838"/>
                  <a:pt x="1489101" y="2127117"/>
                  <a:pt x="1333256" y="2217094"/>
                </a:cubicBezTo>
                <a:cubicBezTo>
                  <a:pt x="1177410" y="2307071"/>
                  <a:pt x="978131" y="2253675"/>
                  <a:pt x="888154" y="2097829"/>
                </a:cubicBezTo>
                <a:cubicBezTo>
                  <a:pt x="798176" y="1941984"/>
                  <a:pt x="851572" y="1742705"/>
                  <a:pt x="1007419" y="1652728"/>
                </a:cubicBezTo>
                <a:cubicBezTo>
                  <a:pt x="1065861" y="1618986"/>
                  <a:pt x="1130410" y="1605406"/>
                  <a:pt x="1193013" y="1609830"/>
                </a:cubicBezTo>
                <a:close/>
                <a:moveTo>
                  <a:pt x="1721013" y="1345937"/>
                </a:moveTo>
                <a:cubicBezTo>
                  <a:pt x="1783347" y="1338202"/>
                  <a:pt x="1847142" y="1367515"/>
                  <a:pt x="1880524" y="1425334"/>
                </a:cubicBezTo>
                <a:cubicBezTo>
                  <a:pt x="1925033" y="1502425"/>
                  <a:pt x="1898619" y="1601002"/>
                  <a:pt x="1821528" y="1645511"/>
                </a:cubicBezTo>
                <a:cubicBezTo>
                  <a:pt x="1744436" y="1690020"/>
                  <a:pt x="1645859" y="1663606"/>
                  <a:pt x="1601350" y="1586514"/>
                </a:cubicBezTo>
                <a:cubicBezTo>
                  <a:pt x="1556841" y="1509423"/>
                  <a:pt x="1583254" y="1410846"/>
                  <a:pt x="1660347" y="1366337"/>
                </a:cubicBezTo>
                <a:cubicBezTo>
                  <a:pt x="1679620" y="1355210"/>
                  <a:pt x="1700235" y="1348515"/>
                  <a:pt x="1721013" y="1345937"/>
                </a:cubicBezTo>
                <a:close/>
                <a:moveTo>
                  <a:pt x="0" y="0"/>
                </a:moveTo>
                <a:lnTo>
                  <a:pt x="2420476" y="0"/>
                </a:lnTo>
                <a:lnTo>
                  <a:pt x="2431096" y="94052"/>
                </a:lnTo>
                <a:cubicBezTo>
                  <a:pt x="2434004" y="150699"/>
                  <a:pt x="2432933" y="206775"/>
                  <a:pt x="2426545" y="261706"/>
                </a:cubicBezTo>
                <a:cubicBezTo>
                  <a:pt x="2360669" y="828256"/>
                  <a:pt x="1972176" y="1172577"/>
                  <a:pt x="1347411" y="1289202"/>
                </a:cubicBezTo>
                <a:cubicBezTo>
                  <a:pt x="1096744" y="1336043"/>
                  <a:pt x="825156" y="1376752"/>
                  <a:pt x="678423" y="1606118"/>
                </a:cubicBezTo>
                <a:cubicBezTo>
                  <a:pt x="520257" y="1853673"/>
                  <a:pt x="394149" y="2125038"/>
                  <a:pt x="284014" y="2398976"/>
                </a:cubicBezTo>
                <a:cubicBezTo>
                  <a:pt x="233465" y="2524954"/>
                  <a:pt x="173906" y="2641107"/>
                  <a:pt x="97407" y="2742323"/>
                </a:cubicBezTo>
                <a:lnTo>
                  <a:pt x="0" y="28484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C08E83-0952-4337-608F-43256EFFA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>
            <a:normAutofit/>
          </a:bodyPr>
          <a:lstStyle/>
          <a:p>
            <a:r>
              <a:rPr lang="es-ES" dirty="0" err="1"/>
              <a:t>Possible</a:t>
            </a:r>
            <a:r>
              <a:rPr lang="es-ES" dirty="0"/>
              <a:t> </a:t>
            </a:r>
            <a:r>
              <a:rPr lang="es-ES" dirty="0" err="1"/>
              <a:t>Improvements</a:t>
            </a:r>
            <a:endParaRPr lang="es-E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A1D8737-F49D-802B-58A6-FC46CE748C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3653751"/>
              </p:ext>
            </p:extLst>
          </p:nvPr>
        </p:nvGraphicFramePr>
        <p:xfrm>
          <a:off x="609600" y="2106613"/>
          <a:ext cx="10972800" cy="4035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429310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218</Words>
  <Application>Microsoft Office PowerPoint</Application>
  <PresentationFormat>Panorámica</PresentationFormat>
  <Paragraphs>31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Avenir Next LT Pro</vt:lpstr>
      <vt:lpstr>Posterama</vt:lpstr>
      <vt:lpstr>SplashVTI</vt:lpstr>
      <vt:lpstr>Final Project  Computer Vision</vt:lpstr>
      <vt:lpstr>Introduction</vt:lpstr>
      <vt:lpstr>First Part</vt:lpstr>
      <vt:lpstr>Second Part</vt:lpstr>
      <vt:lpstr>Third Part</vt:lpstr>
      <vt:lpstr>Challenges Encountered</vt:lpstr>
      <vt:lpstr>Possible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Albert Gramaje</dc:creator>
  <cp:lastModifiedBy>Alejandro Albert Gramaje</cp:lastModifiedBy>
  <cp:revision>3</cp:revision>
  <dcterms:created xsi:type="dcterms:W3CDTF">2025-05-28T06:11:42Z</dcterms:created>
  <dcterms:modified xsi:type="dcterms:W3CDTF">2025-05-28T07:53:14Z</dcterms:modified>
</cp:coreProperties>
</file>